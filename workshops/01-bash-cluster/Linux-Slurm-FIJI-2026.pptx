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Lexend SemiBold"/>
      <p:regular r:id="rId37"/>
      <p:bold r:id="rId38"/>
    </p:embeddedFont>
    <p:embeddedFont>
      <p:font typeface="Lexend Light"/>
      <p:regular r:id="rId39"/>
      <p:bold r:id="rId40"/>
    </p:embeddedFont>
    <p:embeddedFont>
      <p:font typeface="Lexend Medium"/>
      <p:regular r:id="rId41"/>
      <p:bold r:id="rId42"/>
    </p:embeddedFont>
    <p:embeddedFont>
      <p:font typeface="Lexend"/>
      <p:regular r:id="rId43"/>
      <p:bold r:id="rId44"/>
    </p:embeddedFont>
    <p:embeddedFont>
      <p:font typeface="Roboto Mon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7EE060-DB5B-4263-B405-02E1025D4BB2}">
  <a:tblStyle styleId="{FC7EE060-DB5B-4263-B405-02E1025D4BB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LexendLight-bold.fntdata"/><Relationship Id="rId20" Type="http://schemas.openxmlformats.org/officeDocument/2006/relationships/slide" Target="slides/slide14.xml"/><Relationship Id="rId42" Type="http://schemas.openxmlformats.org/officeDocument/2006/relationships/font" Target="fonts/LexendMedium-bold.fntdata"/><Relationship Id="rId41" Type="http://schemas.openxmlformats.org/officeDocument/2006/relationships/font" Target="fonts/LexendMedium-regular.fntdata"/><Relationship Id="rId22" Type="http://schemas.openxmlformats.org/officeDocument/2006/relationships/slide" Target="slides/slide16.xml"/><Relationship Id="rId44" Type="http://schemas.openxmlformats.org/officeDocument/2006/relationships/font" Target="fonts/Lexend-bold.fntdata"/><Relationship Id="rId21" Type="http://schemas.openxmlformats.org/officeDocument/2006/relationships/slide" Target="slides/slide15.xml"/><Relationship Id="rId43" Type="http://schemas.openxmlformats.org/officeDocument/2006/relationships/font" Target="fonts/Lexend-regular.fntdata"/><Relationship Id="rId24" Type="http://schemas.openxmlformats.org/officeDocument/2006/relationships/slide" Target="slides/slide18.xml"/><Relationship Id="rId46" Type="http://schemas.openxmlformats.org/officeDocument/2006/relationships/font" Target="fonts/RobotoMono-bold.fntdata"/><Relationship Id="rId23" Type="http://schemas.openxmlformats.org/officeDocument/2006/relationships/slide" Target="slides/slide17.xml"/><Relationship Id="rId45"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RobotoMono-boldItalic.fntdata"/><Relationship Id="rId25" Type="http://schemas.openxmlformats.org/officeDocument/2006/relationships/slide" Target="slides/slide19.xml"/><Relationship Id="rId47" Type="http://schemas.openxmlformats.org/officeDocument/2006/relationships/font" Target="fonts/RobotoMono-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LexendSemiBold-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LexendLight-regular.fntdata"/><Relationship Id="rId38" Type="http://schemas.openxmlformats.org/officeDocument/2006/relationships/font" Target="fonts/LexendSemiBold-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g37138c3d5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3" name="Google Shape;1863;g37138c3d5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g37138c3d51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1" name="Google Shape;1901;g37138c3d51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5" name="Shape 1925"/>
        <p:cNvGrpSpPr/>
        <p:nvPr/>
      </p:nvGrpSpPr>
      <p:grpSpPr>
        <a:xfrm>
          <a:off x="0" y="0"/>
          <a:ext cx="0" cy="0"/>
          <a:chOff x="0" y="0"/>
          <a:chExt cx="0" cy="0"/>
        </a:xfrm>
      </p:grpSpPr>
      <p:sp>
        <p:nvSpPr>
          <p:cNvPr id="1926" name="Google Shape;1926;g37138c3d51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7" name="Google Shape;1927;g37138c3d51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37138c3d519_0_2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2" name="Google Shape;2022;g37138c3d519_0_2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8" name="Shape 2048"/>
        <p:cNvGrpSpPr/>
        <p:nvPr/>
      </p:nvGrpSpPr>
      <p:grpSpPr>
        <a:xfrm>
          <a:off x="0" y="0"/>
          <a:ext cx="0" cy="0"/>
          <a:chOff x="0" y="0"/>
          <a:chExt cx="0" cy="0"/>
        </a:xfrm>
      </p:grpSpPr>
      <p:sp>
        <p:nvSpPr>
          <p:cNvPr id="2049" name="Google Shape;2049;g37138c3d519_0_2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0" name="Google Shape;2050;g37138c3d519_0_2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6" name="Shape 2076"/>
        <p:cNvGrpSpPr/>
        <p:nvPr/>
      </p:nvGrpSpPr>
      <p:grpSpPr>
        <a:xfrm>
          <a:off x="0" y="0"/>
          <a:ext cx="0" cy="0"/>
          <a:chOff x="0" y="0"/>
          <a:chExt cx="0" cy="0"/>
        </a:xfrm>
      </p:grpSpPr>
      <p:sp>
        <p:nvSpPr>
          <p:cNvPr id="2077" name="Google Shape;2077;g37138c3d519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8" name="Google Shape;2078;g37138c3d519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g37138c3d519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7" name="Google Shape;2167;g37138c3d51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g37138c3d519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g37138c3d519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6" name="Shape 2206"/>
        <p:cNvGrpSpPr/>
        <p:nvPr/>
      </p:nvGrpSpPr>
      <p:grpSpPr>
        <a:xfrm>
          <a:off x="0" y="0"/>
          <a:ext cx="0" cy="0"/>
          <a:chOff x="0" y="0"/>
          <a:chExt cx="0" cy="0"/>
        </a:xfrm>
      </p:grpSpPr>
      <p:sp>
        <p:nvSpPr>
          <p:cNvPr id="2207" name="Google Shape;2207;g37138c3d519_0_2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8" name="Google Shape;2208;g37138c3d519_0_2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4" name="Shape 2234"/>
        <p:cNvGrpSpPr/>
        <p:nvPr/>
      </p:nvGrpSpPr>
      <p:grpSpPr>
        <a:xfrm>
          <a:off x="0" y="0"/>
          <a:ext cx="0" cy="0"/>
          <a:chOff x="0" y="0"/>
          <a:chExt cx="0" cy="0"/>
        </a:xfrm>
      </p:grpSpPr>
      <p:sp>
        <p:nvSpPr>
          <p:cNvPr id="2235" name="Google Shape;2235;g37138c3d519_0_2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6" name="Google Shape;2236;g37138c3d519_0_2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2" name="Shape 2262"/>
        <p:cNvGrpSpPr/>
        <p:nvPr/>
      </p:nvGrpSpPr>
      <p:grpSpPr>
        <a:xfrm>
          <a:off x="0" y="0"/>
          <a:ext cx="0" cy="0"/>
          <a:chOff x="0" y="0"/>
          <a:chExt cx="0" cy="0"/>
        </a:xfrm>
      </p:grpSpPr>
      <p:sp>
        <p:nvSpPr>
          <p:cNvPr id="2263" name="Google Shape;2263;g37138c3d519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4" name="Google Shape;2264;g37138c3d519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2" name="Shape 2282"/>
        <p:cNvGrpSpPr/>
        <p:nvPr/>
      </p:nvGrpSpPr>
      <p:grpSpPr>
        <a:xfrm>
          <a:off x="0" y="0"/>
          <a:ext cx="0" cy="0"/>
          <a:chOff x="0" y="0"/>
          <a:chExt cx="0" cy="0"/>
        </a:xfrm>
      </p:grpSpPr>
      <p:sp>
        <p:nvSpPr>
          <p:cNvPr id="2283" name="Google Shape;2283;g37138c3d519_0_2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4" name="Google Shape;2284;g37138c3d519_0_2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5" name="Shape 2295"/>
        <p:cNvGrpSpPr/>
        <p:nvPr/>
      </p:nvGrpSpPr>
      <p:grpSpPr>
        <a:xfrm>
          <a:off x="0" y="0"/>
          <a:ext cx="0" cy="0"/>
          <a:chOff x="0" y="0"/>
          <a:chExt cx="0" cy="0"/>
        </a:xfrm>
      </p:grpSpPr>
      <p:sp>
        <p:nvSpPr>
          <p:cNvPr id="2296" name="Google Shape;2296;g37138c3d519_0_2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7" name="Google Shape;2297;g37138c3d519_0_2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5" name="Shape 2315"/>
        <p:cNvGrpSpPr/>
        <p:nvPr/>
      </p:nvGrpSpPr>
      <p:grpSpPr>
        <a:xfrm>
          <a:off x="0" y="0"/>
          <a:ext cx="0" cy="0"/>
          <a:chOff x="0" y="0"/>
          <a:chExt cx="0" cy="0"/>
        </a:xfrm>
      </p:grpSpPr>
      <p:sp>
        <p:nvSpPr>
          <p:cNvPr id="2316" name="Google Shape;2316;g37138c3d519_0_2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7" name="Google Shape;2317;g37138c3d519_0_2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8" name="Shape 2328"/>
        <p:cNvGrpSpPr/>
        <p:nvPr/>
      </p:nvGrpSpPr>
      <p:grpSpPr>
        <a:xfrm>
          <a:off x="0" y="0"/>
          <a:ext cx="0" cy="0"/>
          <a:chOff x="0" y="0"/>
          <a:chExt cx="0" cy="0"/>
        </a:xfrm>
      </p:grpSpPr>
      <p:sp>
        <p:nvSpPr>
          <p:cNvPr id="2329" name="Google Shape;2329;g37138c3d519_0_2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0" name="Google Shape;2330;g37138c3d519_0_2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g37138c3d519_0_2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0" name="Google Shape;2350;g37138c3d519_0_2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1" name="Shape 2361"/>
        <p:cNvGrpSpPr/>
        <p:nvPr/>
      </p:nvGrpSpPr>
      <p:grpSpPr>
        <a:xfrm>
          <a:off x="0" y="0"/>
          <a:ext cx="0" cy="0"/>
          <a:chOff x="0" y="0"/>
          <a:chExt cx="0" cy="0"/>
        </a:xfrm>
      </p:grpSpPr>
      <p:sp>
        <p:nvSpPr>
          <p:cNvPr id="2362" name="Google Shape;2362;g37138c3d519_0_2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3" name="Google Shape;2363;g37138c3d519_0_2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9" name="Shape 2389"/>
        <p:cNvGrpSpPr/>
        <p:nvPr/>
      </p:nvGrpSpPr>
      <p:grpSpPr>
        <a:xfrm>
          <a:off x="0" y="0"/>
          <a:ext cx="0" cy="0"/>
          <a:chOff x="0" y="0"/>
          <a:chExt cx="0" cy="0"/>
        </a:xfrm>
      </p:grpSpPr>
      <p:sp>
        <p:nvSpPr>
          <p:cNvPr id="2390" name="Google Shape;2390;g37138c3d519_0_2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1" name="Google Shape;2391;g37138c3d519_0_2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8" name="Shape 2408"/>
        <p:cNvGrpSpPr/>
        <p:nvPr/>
      </p:nvGrpSpPr>
      <p:grpSpPr>
        <a:xfrm>
          <a:off x="0" y="0"/>
          <a:ext cx="0" cy="0"/>
          <a:chOff x="0" y="0"/>
          <a:chExt cx="0" cy="0"/>
        </a:xfrm>
      </p:grpSpPr>
      <p:sp>
        <p:nvSpPr>
          <p:cNvPr id="2409" name="Google Shape;2409;g37138c3d519_0_2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0" name="Google Shape;2410;g37138c3d519_0_2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5" name="Shape 2495"/>
        <p:cNvGrpSpPr/>
        <p:nvPr/>
      </p:nvGrpSpPr>
      <p:grpSpPr>
        <a:xfrm>
          <a:off x="0" y="0"/>
          <a:ext cx="0" cy="0"/>
          <a:chOff x="0" y="0"/>
          <a:chExt cx="0" cy="0"/>
        </a:xfrm>
      </p:grpSpPr>
      <p:sp>
        <p:nvSpPr>
          <p:cNvPr id="2496" name="Google Shape;2496;g37138c3d519_0_3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7" name="Google Shape;2497;g37138c3d519_0_3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3" name="Shape 2523"/>
        <p:cNvGrpSpPr/>
        <p:nvPr/>
      </p:nvGrpSpPr>
      <p:grpSpPr>
        <a:xfrm>
          <a:off x="0" y="0"/>
          <a:ext cx="0" cy="0"/>
          <a:chOff x="0" y="0"/>
          <a:chExt cx="0" cy="0"/>
        </a:xfrm>
      </p:grpSpPr>
      <p:sp>
        <p:nvSpPr>
          <p:cNvPr id="2524" name="Google Shape;2524;g37138c3d519_0_3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5" name="Google Shape;2525;g37138c3d519_0_3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1" name="Shape 2551"/>
        <p:cNvGrpSpPr/>
        <p:nvPr/>
      </p:nvGrpSpPr>
      <p:grpSpPr>
        <a:xfrm>
          <a:off x="0" y="0"/>
          <a:ext cx="0" cy="0"/>
          <a:chOff x="0" y="0"/>
          <a:chExt cx="0" cy="0"/>
        </a:xfrm>
      </p:grpSpPr>
      <p:sp>
        <p:nvSpPr>
          <p:cNvPr id="2552" name="Google Shape;2552;g37138c3d519_0_3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3" name="Google Shape;2553;g37138c3d519_0_3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g37138c3d519_0_3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3" name="Google Shape;2573;g37138c3d519_0_3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5" name="Shape 2585"/>
        <p:cNvGrpSpPr/>
        <p:nvPr/>
      </p:nvGrpSpPr>
      <p:grpSpPr>
        <a:xfrm>
          <a:off x="0" y="0"/>
          <a:ext cx="0" cy="0"/>
          <a:chOff x="0" y="0"/>
          <a:chExt cx="0" cy="0"/>
        </a:xfrm>
      </p:grpSpPr>
      <p:sp>
        <p:nvSpPr>
          <p:cNvPr id="2586" name="Google Shape;2586;g37138c3d519_0_3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7" name="Google Shape;2587;g37138c3d519_0_3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9" name="Shape 2599"/>
        <p:cNvGrpSpPr/>
        <p:nvPr/>
      </p:nvGrpSpPr>
      <p:grpSpPr>
        <a:xfrm>
          <a:off x="0" y="0"/>
          <a:ext cx="0" cy="0"/>
          <a:chOff x="0" y="0"/>
          <a:chExt cx="0" cy="0"/>
        </a:xfrm>
      </p:grpSpPr>
      <p:sp>
        <p:nvSpPr>
          <p:cNvPr id="2600" name="Google Shape;2600;g37138c3d519_0_3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1" name="Google Shape;2601;g37138c3d519_0_3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5" name="Shape 2635"/>
        <p:cNvGrpSpPr/>
        <p:nvPr/>
      </p:nvGrpSpPr>
      <p:grpSpPr>
        <a:xfrm>
          <a:off x="0" y="0"/>
          <a:ext cx="0" cy="0"/>
          <a:chOff x="0" y="0"/>
          <a:chExt cx="0" cy="0"/>
        </a:xfrm>
      </p:grpSpPr>
      <p:sp>
        <p:nvSpPr>
          <p:cNvPr id="2636" name="Google Shape;2636;g37138c3d519_0_3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7" name="Google Shape;2637;g37138c3d519_0_3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8" name="Shape 2648"/>
        <p:cNvGrpSpPr/>
        <p:nvPr/>
      </p:nvGrpSpPr>
      <p:grpSpPr>
        <a:xfrm>
          <a:off x="0" y="0"/>
          <a:ext cx="0" cy="0"/>
          <a:chOff x="0" y="0"/>
          <a:chExt cx="0" cy="0"/>
        </a:xfrm>
      </p:grpSpPr>
      <p:sp>
        <p:nvSpPr>
          <p:cNvPr id="2649" name="Google Shape;2649;g37138c3d519_0_3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0" name="Google Shape;2650;g37138c3d519_0_3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1" name="Shape 2661"/>
        <p:cNvGrpSpPr/>
        <p:nvPr/>
      </p:nvGrpSpPr>
      <p:grpSpPr>
        <a:xfrm>
          <a:off x="0" y="0"/>
          <a:ext cx="0" cy="0"/>
          <a:chOff x="0" y="0"/>
          <a:chExt cx="0" cy="0"/>
        </a:xfrm>
      </p:grpSpPr>
      <p:sp>
        <p:nvSpPr>
          <p:cNvPr id="2662" name="Google Shape;2662;g37138c3d519_0_3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3" name="Google Shape;2663;g37138c3d519_0_3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9" name="Shape 2689"/>
        <p:cNvGrpSpPr/>
        <p:nvPr/>
      </p:nvGrpSpPr>
      <p:grpSpPr>
        <a:xfrm>
          <a:off x="0" y="0"/>
          <a:ext cx="0" cy="0"/>
          <a:chOff x="0" y="0"/>
          <a:chExt cx="0" cy="0"/>
        </a:xfrm>
      </p:grpSpPr>
      <p:sp>
        <p:nvSpPr>
          <p:cNvPr id="2690" name="Google Shape;2690;g37138c3d519_0_3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1" name="Google Shape;2691;g37138c3d519_0_3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g37138c3d519_0_3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2" name="Google Shape;2712;g37138c3d519_0_3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9" name="Shape 9"/>
        <p:cNvGrpSpPr/>
        <p:nvPr/>
      </p:nvGrpSpPr>
      <p:grpSpPr>
        <a:xfrm>
          <a:off x="0" y="0"/>
          <a:ext cx="0" cy="0"/>
          <a:chOff x="0" y="0"/>
          <a:chExt cx="0" cy="0"/>
        </a:xfrm>
      </p:grpSpPr>
      <p:sp>
        <p:nvSpPr>
          <p:cNvPr id="10" name="Google Shape;10;p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2" name="Google Shape;12;p2"/>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3" name="Google Shape;13;p2"/>
          <p:cNvSpPr txBox="1"/>
          <p:nvPr>
            <p:ph idx="2"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 name="Google Shape;15;p2"/>
          <p:cNvSpPr txBox="1"/>
          <p:nvPr>
            <p:ph idx="3"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6" name="Google Shape;16;p2"/>
          <p:cNvSpPr txBox="1"/>
          <p:nvPr>
            <p:ph idx="4"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id with header">
  <p:cSld name="CUSTOM_1">
    <p:spTree>
      <p:nvGrpSpPr>
        <p:cNvPr id="17" name="Shape 17"/>
        <p:cNvGrpSpPr/>
        <p:nvPr/>
      </p:nvGrpSpPr>
      <p:grpSpPr>
        <a:xfrm>
          <a:off x="0" y="0"/>
          <a:ext cx="0" cy="0"/>
          <a:chOff x="0" y="0"/>
          <a:chExt cx="0" cy="0"/>
        </a:xfrm>
      </p:grpSpPr>
      <p:grpSp>
        <p:nvGrpSpPr>
          <p:cNvPr id="18" name="Google Shape;18;p3"/>
          <p:cNvGrpSpPr/>
          <p:nvPr/>
        </p:nvGrpSpPr>
        <p:grpSpPr>
          <a:xfrm>
            <a:off x="-6096" y="-3429"/>
            <a:ext cx="9156192" cy="5150358"/>
            <a:chOff x="0" y="0"/>
            <a:chExt cx="12192000" cy="6858000"/>
          </a:xfrm>
        </p:grpSpPr>
        <p:sp>
          <p:nvSpPr>
            <p:cNvPr id="19" name="Google Shape;19;p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 name="Google Shape;20;p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 name="Google Shape;21;p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 name="Google Shape;22;p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 name="Google Shape;23;p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 name="Google Shape;24;p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 name="Google Shape;25;p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 name="Google Shape;26;p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 name="Google Shape;27;p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 name="Google Shape;28;p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 name="Google Shape;29;p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 name="Google Shape;30;p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 name="Google Shape;31;p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 name="Google Shape;32;p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 name="Google Shape;33;p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 name="Google Shape;34;p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 name="Google Shape;35;p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 name="Google Shape;36;p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 name="Google Shape;37;p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 name="Google Shape;38;p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 name="Google Shape;39;p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 name="Google Shape;40;p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 name="Google Shape;41;p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 name="Google Shape;42;p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 name="Google Shape;43;p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 name="Google Shape;44;p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 name="Google Shape;45;p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 name="Google Shape;46;p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 name="Google Shape;47;p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 name="Google Shape;48;p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 name="Google Shape;49;p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 name="Google Shape;50;p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 name="Google Shape;51;p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 name="Google Shape;52;p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 name="Google Shape;53;p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 name="Google Shape;54;p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 name="Google Shape;55;p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 name="Google Shape;56;p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 name="Google Shape;57;p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 name="Google Shape;58;p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 name="Google Shape;59;p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 name="Google Shape;60;p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 name="Google Shape;61;p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 name="Google Shape;62;p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 name="Google Shape;63;p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 name="Google Shape;64;p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 name="Google Shape;65;p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 name="Google Shape;66;p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 name="Google Shape;67;p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 name="Google Shape;68;p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 name="Google Shape;69;p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 name="Google Shape;70;p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 name="Google Shape;71;p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 name="Google Shape;72;p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 name="Google Shape;73;p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 name="Google Shape;74;p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 name="Google Shape;75;p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 name="Google Shape;76;p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 name="Google Shape;77;p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8" name="Google Shape;78;p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80" name="Google Shape;80;p3"/>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1" name="Google Shape;81;p3"/>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2" name="Google Shape;82;p3"/>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83" name="Google Shape;83;p3"/>
          <p:cNvSpPr txBox="1"/>
          <p:nvPr>
            <p:ph idx="4" type="subTitle"/>
          </p:nvPr>
        </p:nvSpPr>
        <p:spPr>
          <a:xfrm>
            <a:off x="5767125" y="57270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
          <p:cNvSpPr txBox="1"/>
          <p:nvPr>
            <p:ph type="title"/>
          </p:nvPr>
        </p:nvSpPr>
        <p:spPr>
          <a:xfrm>
            <a:off x="208725" y="344175"/>
            <a:ext cx="5340900" cy="18183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85" name="Shape 85"/>
        <p:cNvGrpSpPr/>
        <p:nvPr/>
      </p:nvGrpSpPr>
      <p:grpSpPr>
        <a:xfrm>
          <a:off x="0" y="0"/>
          <a:ext cx="0" cy="0"/>
          <a:chOff x="0" y="0"/>
          <a:chExt cx="0" cy="0"/>
        </a:xfrm>
      </p:grpSpPr>
      <p:grpSp>
        <p:nvGrpSpPr>
          <p:cNvPr id="86" name="Google Shape;86;p4"/>
          <p:cNvGrpSpPr/>
          <p:nvPr/>
        </p:nvGrpSpPr>
        <p:grpSpPr>
          <a:xfrm>
            <a:off x="-6096" y="-3429"/>
            <a:ext cx="9156192" cy="5150358"/>
            <a:chOff x="0" y="0"/>
            <a:chExt cx="12192000" cy="6858000"/>
          </a:xfrm>
        </p:grpSpPr>
        <p:sp>
          <p:nvSpPr>
            <p:cNvPr id="87" name="Google Shape;87;p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 name="Google Shape;88;p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 name="Google Shape;89;p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 name="Google Shape;90;p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 name="Google Shape;91;p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 name="Google Shape;92;p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 name="Google Shape;93;p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 name="Google Shape;94;p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 name="Google Shape;95;p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 name="Google Shape;96;p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 name="Google Shape;97;p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 name="Google Shape;98;p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 name="Google Shape;99;p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 name="Google Shape;113;p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 name="Google Shape;114;p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 name="Google Shape;115;p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 name="Google Shape;116;p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 name="Google Shape;117;p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 name="Google Shape;118;p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 name="Google Shape;119;p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 name="Google Shape;120;p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 name="Google Shape;121;p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 name="Google Shape;122;p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 name="Google Shape;123;p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 name="Google Shape;124;p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 name="Google Shape;125;p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 name="Google Shape;126;p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 name="Google Shape;127;p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 name="Google Shape;128;p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 name="Google Shape;129;p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 name="Google Shape;130;p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 name="Google Shape;131;p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 name="Google Shape;132;p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 name="Google Shape;133;p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 name="Google Shape;134;p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 name="Google Shape;135;p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 name="Google Shape;136;p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 name="Google Shape;137;p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 name="Google Shape;138;p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 name="Google Shape;139;p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 name="Google Shape;140;p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 name="Google Shape;141;p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 name="Google Shape;142;p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 name="Google Shape;143;p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 name="Google Shape;144;p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 name="Google Shape;145;p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6" name="Google Shape;146;p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48" name="Google Shape;148;p4"/>
          <p:cNvSpPr txBox="1"/>
          <p:nvPr>
            <p:ph type="title"/>
          </p:nvPr>
        </p:nvSpPr>
        <p:spPr>
          <a:xfrm>
            <a:off x="1579100" y="491225"/>
            <a:ext cx="4966200" cy="7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 name="Google Shape;149;p4"/>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50" name="Google Shape;150;p4"/>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51" name="Google Shape;151;p4"/>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152" name="Shape 152"/>
        <p:cNvGrpSpPr/>
        <p:nvPr/>
      </p:nvGrpSpPr>
      <p:grpSpPr>
        <a:xfrm>
          <a:off x="0" y="0"/>
          <a:ext cx="0" cy="0"/>
          <a:chOff x="0" y="0"/>
          <a:chExt cx="0" cy="0"/>
        </a:xfrm>
      </p:grpSpPr>
      <p:grpSp>
        <p:nvGrpSpPr>
          <p:cNvPr id="153" name="Google Shape;153;p5"/>
          <p:cNvGrpSpPr/>
          <p:nvPr/>
        </p:nvGrpSpPr>
        <p:grpSpPr>
          <a:xfrm>
            <a:off x="-6096" y="-3429"/>
            <a:ext cx="9156192" cy="5150358"/>
            <a:chOff x="0" y="0"/>
            <a:chExt cx="12192000" cy="6858000"/>
          </a:xfrm>
        </p:grpSpPr>
        <p:sp>
          <p:nvSpPr>
            <p:cNvPr id="154" name="Google Shape;154;p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 name="Google Shape;155;p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 name="Google Shape;156;p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 name="Google Shape;157;p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 name="Google Shape;158;p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 name="Google Shape;159;p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 name="Google Shape;160;p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 name="Google Shape;161;p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 name="Google Shape;162;p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 name="Google Shape;163;p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 name="Google Shape;164;p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 name="Google Shape;165;p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 name="Google Shape;166;p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 name="Google Shape;167;p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 name="Google Shape;168;p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 name="Google Shape;169;p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 name="Google Shape;170;p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 name="Google Shape;171;p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 name="Google Shape;172;p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 name="Google Shape;173;p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 name="Google Shape;174;p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 name="Google Shape;175;p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 name="Google Shape;176;p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 name="Google Shape;177;p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 name="Google Shape;178;p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 name="Google Shape;179;p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 name="Google Shape;180;p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 name="Google Shape;181;p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 name="Google Shape;182;p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 name="Google Shape;183;p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 name="Google Shape;184;p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 name="Google Shape;185;p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 name="Google Shape;186;p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 name="Google Shape;187;p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 name="Google Shape;188;p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 name="Google Shape;189;p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 name="Google Shape;190;p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 name="Google Shape;191;p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 name="Google Shape;192;p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 name="Google Shape;193;p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 name="Google Shape;194;p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 name="Google Shape;195;p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 name="Google Shape;196;p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 name="Google Shape;197;p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 name="Google Shape;198;p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9" name="Google Shape;199;p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 name="Google Shape;200;p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 name="Google Shape;201;p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 name="Google Shape;202;p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3" name="Google Shape;203;p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4" name="Google Shape;204;p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5" name="Google Shape;205;p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 name="Google Shape;206;p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 name="Google Shape;207;p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 name="Google Shape;208;p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 name="Google Shape;209;p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 name="Google Shape;210;p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 name="Google Shape;211;p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 name="Google Shape;212;p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13" name="Google Shape;213;p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15" name="Google Shape;215;p5"/>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6" name="Google Shape;216;p5"/>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7" name="Google Shape;217;p5"/>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18" name="Google Shape;218;p5"/>
          <p:cNvSpPr txBox="1"/>
          <p:nvPr>
            <p:ph idx="4" type="subTitle"/>
          </p:nvPr>
        </p:nvSpPr>
        <p:spPr>
          <a:xfrm>
            <a:off x="516425" y="2548200"/>
            <a:ext cx="37362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
          <p:cNvSpPr txBox="1"/>
          <p:nvPr>
            <p:ph idx="5" type="subTitle"/>
          </p:nvPr>
        </p:nvSpPr>
        <p:spPr>
          <a:xfrm>
            <a:off x="5128850" y="2548200"/>
            <a:ext cx="36795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5"/>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_1_1_1_1">
    <p:spTree>
      <p:nvGrpSpPr>
        <p:cNvPr id="221" name="Shape 221"/>
        <p:cNvGrpSpPr/>
        <p:nvPr/>
      </p:nvGrpSpPr>
      <p:grpSpPr>
        <a:xfrm>
          <a:off x="0" y="0"/>
          <a:ext cx="0" cy="0"/>
          <a:chOff x="0" y="0"/>
          <a:chExt cx="0" cy="0"/>
        </a:xfrm>
      </p:grpSpPr>
      <p:grpSp>
        <p:nvGrpSpPr>
          <p:cNvPr id="222" name="Google Shape;222;p6"/>
          <p:cNvGrpSpPr/>
          <p:nvPr/>
        </p:nvGrpSpPr>
        <p:grpSpPr>
          <a:xfrm>
            <a:off x="-6096" y="-3429"/>
            <a:ext cx="9156192" cy="5150358"/>
            <a:chOff x="0" y="0"/>
            <a:chExt cx="12192000" cy="6858000"/>
          </a:xfrm>
        </p:grpSpPr>
        <p:sp>
          <p:nvSpPr>
            <p:cNvPr id="223" name="Google Shape;223;p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4" name="Google Shape;224;p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5" name="Google Shape;225;p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6" name="Google Shape;226;p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7" name="Google Shape;227;p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8" name="Google Shape;228;p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9" name="Google Shape;229;p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0" name="Google Shape;230;p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1" name="Google Shape;231;p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2" name="Google Shape;232;p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3" name="Google Shape;233;p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4" name="Google Shape;234;p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5" name="Google Shape;235;p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6" name="Google Shape;236;p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7" name="Google Shape;237;p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8" name="Google Shape;238;p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9" name="Google Shape;239;p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0" name="Google Shape;240;p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1" name="Google Shape;241;p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2" name="Google Shape;242;p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 name="Google Shape;243;p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 name="Google Shape;244;p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 name="Google Shape;245;p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 name="Google Shape;246;p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 name="Google Shape;247;p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 name="Google Shape;248;p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9" name="Google Shape;249;p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0" name="Google Shape;250;p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1" name="Google Shape;251;p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2" name="Google Shape;252;p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3" name="Google Shape;253;p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4" name="Google Shape;254;p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5" name="Google Shape;255;p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6" name="Google Shape;256;p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7" name="Google Shape;257;p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8" name="Google Shape;258;p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9" name="Google Shape;259;p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0" name="Google Shape;260;p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1" name="Google Shape;261;p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2" name="Google Shape;262;p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3" name="Google Shape;263;p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4" name="Google Shape;264;p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5" name="Google Shape;265;p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6" name="Google Shape;266;p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7" name="Google Shape;267;p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8" name="Google Shape;268;p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9" name="Google Shape;269;p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0" name="Google Shape;270;p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1" name="Google Shape;271;p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2" name="Google Shape;272;p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 name="Google Shape;273;p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 name="Google Shape;274;p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 name="Google Shape;275;p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 name="Google Shape;276;p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 name="Google Shape;277;p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 name="Google Shape;278;p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9" name="Google Shape;279;p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0" name="Google Shape;280;p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1" name="Google Shape;281;p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82" name="Google Shape;282;p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84" name="Google Shape;284;p6"/>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5" name="Google Shape;285;p6"/>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6" name="Google Shape;286;p6"/>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87" name="Google Shape;287;p6"/>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boxes with header">
  <p:cSld name="CUSTOM_1_1_1_1_1_1">
    <p:spTree>
      <p:nvGrpSpPr>
        <p:cNvPr id="288" name="Shape 288"/>
        <p:cNvGrpSpPr/>
        <p:nvPr/>
      </p:nvGrpSpPr>
      <p:grpSpPr>
        <a:xfrm>
          <a:off x="0" y="0"/>
          <a:ext cx="0" cy="0"/>
          <a:chOff x="0" y="0"/>
          <a:chExt cx="0" cy="0"/>
        </a:xfrm>
      </p:grpSpPr>
      <p:grpSp>
        <p:nvGrpSpPr>
          <p:cNvPr id="289" name="Google Shape;289;p7"/>
          <p:cNvGrpSpPr/>
          <p:nvPr/>
        </p:nvGrpSpPr>
        <p:grpSpPr>
          <a:xfrm>
            <a:off x="-6096" y="-3429"/>
            <a:ext cx="9156192" cy="5150358"/>
            <a:chOff x="0" y="0"/>
            <a:chExt cx="12192000" cy="6858000"/>
          </a:xfrm>
        </p:grpSpPr>
        <p:sp>
          <p:nvSpPr>
            <p:cNvPr id="290" name="Google Shape;290;p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1" name="Google Shape;291;p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2" name="Google Shape;292;p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3" name="Google Shape;293;p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4" name="Google Shape;294;p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5" name="Google Shape;295;p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6" name="Google Shape;296;p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7" name="Google Shape;297;p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8" name="Google Shape;298;p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9" name="Google Shape;299;p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0" name="Google Shape;300;p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1" name="Google Shape;301;p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2" name="Google Shape;302;p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3" name="Google Shape;303;p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4" name="Google Shape;304;p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5" name="Google Shape;305;p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6" name="Google Shape;306;p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7" name="Google Shape;307;p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8" name="Google Shape;308;p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9" name="Google Shape;309;p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0" name="Google Shape;310;p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1" name="Google Shape;311;p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2" name="Google Shape;312;p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3" name="Google Shape;313;p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4" name="Google Shape;314;p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5" name="Google Shape;315;p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6" name="Google Shape;316;p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7" name="Google Shape;317;p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8" name="Google Shape;318;p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9" name="Google Shape;319;p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0" name="Google Shape;320;p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1" name="Google Shape;321;p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2" name="Google Shape;322;p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3" name="Google Shape;323;p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4" name="Google Shape;324;p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5" name="Google Shape;325;p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6" name="Google Shape;326;p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7" name="Google Shape;327;p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8" name="Google Shape;328;p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9" name="Google Shape;329;p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0" name="Google Shape;330;p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1" name="Google Shape;331;p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2" name="Google Shape;332;p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3" name="Google Shape;333;p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4" name="Google Shape;334;p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5" name="Google Shape;335;p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6" name="Google Shape;336;p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7" name="Google Shape;337;p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8" name="Google Shape;338;p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9" name="Google Shape;339;p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0" name="Google Shape;340;p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1" name="Google Shape;341;p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2" name="Google Shape;342;p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3" name="Google Shape;343;p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4" name="Google Shape;344;p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5" name="Google Shape;345;p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6" name="Google Shape;346;p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7" name="Google Shape;347;p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8" name="Google Shape;348;p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49" name="Google Shape;349;p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51" name="Google Shape;351;p7"/>
          <p:cNvSpPr txBox="1"/>
          <p:nvPr>
            <p:ph type="title"/>
          </p:nvPr>
        </p:nvSpPr>
        <p:spPr>
          <a:xfrm>
            <a:off x="209775" y="468575"/>
            <a:ext cx="5016000" cy="1385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2" name="Google Shape;352;p7"/>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3" name="Google Shape;353;p7"/>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4" name="Google Shape;354;p7"/>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with header">
  <p:cSld name="CUSTOM_1_1_1_1_1_1_1_1">
    <p:spTree>
      <p:nvGrpSpPr>
        <p:cNvPr id="355" name="Shape 355"/>
        <p:cNvGrpSpPr/>
        <p:nvPr/>
      </p:nvGrpSpPr>
      <p:grpSpPr>
        <a:xfrm>
          <a:off x="0" y="0"/>
          <a:ext cx="0" cy="0"/>
          <a:chOff x="0" y="0"/>
          <a:chExt cx="0" cy="0"/>
        </a:xfrm>
      </p:grpSpPr>
      <p:grpSp>
        <p:nvGrpSpPr>
          <p:cNvPr id="356" name="Google Shape;356;p8"/>
          <p:cNvGrpSpPr/>
          <p:nvPr/>
        </p:nvGrpSpPr>
        <p:grpSpPr>
          <a:xfrm>
            <a:off x="-6096" y="-3429"/>
            <a:ext cx="9156192" cy="5150358"/>
            <a:chOff x="0" y="0"/>
            <a:chExt cx="12192000" cy="6858000"/>
          </a:xfrm>
        </p:grpSpPr>
        <p:sp>
          <p:nvSpPr>
            <p:cNvPr id="357" name="Google Shape;357;p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8" name="Google Shape;358;p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9" name="Google Shape;359;p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0" name="Google Shape;360;p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1" name="Google Shape;361;p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2" name="Google Shape;362;p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3" name="Google Shape;363;p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4" name="Google Shape;364;p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5" name="Google Shape;365;p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6" name="Google Shape;366;p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7" name="Google Shape;367;p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8" name="Google Shape;368;p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9" name="Google Shape;369;p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0" name="Google Shape;370;p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1" name="Google Shape;371;p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2" name="Google Shape;372;p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3" name="Google Shape;373;p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4" name="Google Shape;374;p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5" name="Google Shape;375;p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6" name="Google Shape;376;p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7" name="Google Shape;377;p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8" name="Google Shape;378;p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9" name="Google Shape;379;p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0" name="Google Shape;380;p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1" name="Google Shape;381;p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2" name="Google Shape;382;p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3" name="Google Shape;383;p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4" name="Google Shape;384;p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5" name="Google Shape;385;p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6" name="Google Shape;386;p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7" name="Google Shape;387;p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8" name="Google Shape;388;p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9" name="Google Shape;389;p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0" name="Google Shape;390;p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1" name="Google Shape;391;p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2" name="Google Shape;392;p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3" name="Google Shape;393;p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4" name="Google Shape;394;p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5" name="Google Shape;395;p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6" name="Google Shape;396;p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7" name="Google Shape;397;p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8" name="Google Shape;398;p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9" name="Google Shape;399;p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0" name="Google Shape;400;p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1" name="Google Shape;401;p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2" name="Google Shape;402;p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3" name="Google Shape;403;p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4" name="Google Shape;404;p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5" name="Google Shape;405;p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6" name="Google Shape;406;p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7" name="Google Shape;407;p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8" name="Google Shape;408;p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9" name="Google Shape;409;p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0" name="Google Shape;410;p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1" name="Google Shape;411;p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2" name="Google Shape;412;p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3" name="Google Shape;413;p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4" name="Google Shape;414;p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5" name="Google Shape;415;p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16" name="Google Shape;416;p8"/>
          <p:cNvSpPr txBox="1"/>
          <p:nvPr>
            <p:ph type="title"/>
          </p:nvPr>
        </p:nvSpPr>
        <p:spPr>
          <a:xfrm>
            <a:off x="209775" y="468575"/>
            <a:ext cx="5016000" cy="633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7" name="Google Shape;417;p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18" name="Google Shape;418;p8"/>
          <p:cNvSpPr txBox="1"/>
          <p:nvPr/>
        </p:nvSpPr>
        <p:spPr>
          <a:xfrm>
            <a:off x="0" y="-39600"/>
            <a:ext cx="263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lt1"/>
                </a:solidFill>
                <a:latin typeface="Lexend"/>
                <a:ea typeface="Lexend"/>
                <a:cs typeface="Lexend"/>
                <a:sym typeface="Lexend"/>
              </a:rPr>
              <a:t>▶ </a:t>
            </a:r>
            <a:endParaRPr b="1" sz="800">
              <a:solidFill>
                <a:schemeClr val="lt1"/>
              </a:solidFill>
              <a:latin typeface="Lexend"/>
              <a:ea typeface="Lexend"/>
              <a:cs typeface="Lexend"/>
              <a:sym typeface="Lexend"/>
            </a:endParaRPr>
          </a:p>
        </p:txBody>
      </p:sp>
      <p:sp>
        <p:nvSpPr>
          <p:cNvPr id="419" name="Google Shape;419;p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8"/>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1" name="Google Shape;421;p8"/>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2" name="Google Shape;422;p8"/>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423" name="Google Shape;423;p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1_1_1_1_1_1_1_1_1">
    <p:spTree>
      <p:nvGrpSpPr>
        <p:cNvPr id="424" name="Shape 424"/>
        <p:cNvGrpSpPr/>
        <p:nvPr/>
      </p:nvGrpSpPr>
      <p:grpSpPr>
        <a:xfrm>
          <a:off x="0" y="0"/>
          <a:ext cx="0" cy="0"/>
          <a:chOff x="0" y="0"/>
          <a:chExt cx="0" cy="0"/>
        </a:xfrm>
      </p:grpSpPr>
      <p:grpSp>
        <p:nvGrpSpPr>
          <p:cNvPr id="425" name="Google Shape;425;p9"/>
          <p:cNvGrpSpPr/>
          <p:nvPr/>
        </p:nvGrpSpPr>
        <p:grpSpPr>
          <a:xfrm>
            <a:off x="-6096" y="-3429"/>
            <a:ext cx="9156192" cy="5150358"/>
            <a:chOff x="0" y="0"/>
            <a:chExt cx="12192000" cy="6858000"/>
          </a:xfrm>
        </p:grpSpPr>
        <p:sp>
          <p:nvSpPr>
            <p:cNvPr id="426" name="Google Shape;426;p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7" name="Google Shape;427;p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8" name="Google Shape;428;p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9" name="Google Shape;429;p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0" name="Google Shape;430;p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1" name="Google Shape;431;p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2" name="Google Shape;432;p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3" name="Google Shape;433;p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4" name="Google Shape;434;p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5" name="Google Shape;435;p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6" name="Google Shape;436;p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7" name="Google Shape;437;p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8" name="Google Shape;438;p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9" name="Google Shape;439;p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0" name="Google Shape;440;p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1" name="Google Shape;441;p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2" name="Google Shape;442;p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3" name="Google Shape;443;p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4" name="Google Shape;444;p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5" name="Google Shape;445;p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6" name="Google Shape;446;p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7" name="Google Shape;447;p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8" name="Google Shape;448;p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9" name="Google Shape;449;p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0" name="Google Shape;450;p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1" name="Google Shape;451;p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2" name="Google Shape;452;p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3" name="Google Shape;453;p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4" name="Google Shape;454;p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5" name="Google Shape;455;p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6" name="Google Shape;456;p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7" name="Google Shape;457;p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8" name="Google Shape;458;p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9" name="Google Shape;459;p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0" name="Google Shape;460;p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1" name="Google Shape;461;p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2" name="Google Shape;462;p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3" name="Google Shape;463;p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4" name="Google Shape;464;p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5" name="Google Shape;465;p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6" name="Google Shape;466;p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7" name="Google Shape;467;p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8" name="Google Shape;468;p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9" name="Google Shape;469;p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0" name="Google Shape;470;p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1" name="Google Shape;471;p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2" name="Google Shape;472;p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3" name="Google Shape;473;p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4" name="Google Shape;474;p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5" name="Google Shape;475;p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6" name="Google Shape;476;p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7" name="Google Shape;477;p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8" name="Google Shape;478;p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9" name="Google Shape;479;p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0" name="Google Shape;480;p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1" name="Google Shape;481;p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2" name="Google Shape;482;p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3" name="Google Shape;483;p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4" name="Google Shape;484;p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85" name="Google Shape;485;p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86" name="Google Shape;486;p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9"/>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8" name="Google Shape;488;p9"/>
          <p:cNvSpPr txBox="1"/>
          <p:nvPr>
            <p:ph idx="1" type="subTitle"/>
          </p:nvPr>
        </p:nvSpPr>
        <p:spPr>
          <a:xfrm>
            <a:off x="5767125" y="425525"/>
            <a:ext cx="3238500" cy="3520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9" name="Google Shape;489;p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1_1_1_1_1_1_1_1_1">
    <p:spTree>
      <p:nvGrpSpPr>
        <p:cNvPr id="490" name="Shape 490"/>
        <p:cNvGrpSpPr/>
        <p:nvPr/>
      </p:nvGrpSpPr>
      <p:grpSpPr>
        <a:xfrm>
          <a:off x="0" y="0"/>
          <a:ext cx="0" cy="0"/>
          <a:chOff x="0" y="0"/>
          <a:chExt cx="0" cy="0"/>
        </a:xfrm>
      </p:grpSpPr>
      <p:grpSp>
        <p:nvGrpSpPr>
          <p:cNvPr id="491" name="Google Shape;491;p10"/>
          <p:cNvGrpSpPr/>
          <p:nvPr/>
        </p:nvGrpSpPr>
        <p:grpSpPr>
          <a:xfrm>
            <a:off x="-6096" y="-3429"/>
            <a:ext cx="9156192" cy="5150358"/>
            <a:chOff x="0" y="0"/>
            <a:chExt cx="12192000" cy="6858000"/>
          </a:xfrm>
        </p:grpSpPr>
        <p:sp>
          <p:nvSpPr>
            <p:cNvPr id="492" name="Google Shape;492;p1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3" name="Google Shape;493;p1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4" name="Google Shape;494;p1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5" name="Google Shape;495;p1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6" name="Google Shape;496;p1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7" name="Google Shape;497;p1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8" name="Google Shape;498;p1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9" name="Google Shape;499;p1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0" name="Google Shape;500;p1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1" name="Google Shape;501;p1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2" name="Google Shape;502;p1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3" name="Google Shape;503;p1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4" name="Google Shape;504;p1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5" name="Google Shape;505;p1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6" name="Google Shape;506;p1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7" name="Google Shape;507;p1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8" name="Google Shape;508;p1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9" name="Google Shape;509;p1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0" name="Google Shape;510;p1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1" name="Google Shape;511;p1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2" name="Google Shape;512;p1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3" name="Google Shape;513;p1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4" name="Google Shape;514;p1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5" name="Google Shape;515;p1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6" name="Google Shape;516;p1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7" name="Google Shape;517;p1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8" name="Google Shape;518;p1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9" name="Google Shape;519;p1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0" name="Google Shape;520;p1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1" name="Google Shape;521;p1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2" name="Google Shape;522;p1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3" name="Google Shape;523;p1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4" name="Google Shape;524;p1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5" name="Google Shape;525;p1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6" name="Google Shape;526;p1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7" name="Google Shape;527;p1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8" name="Google Shape;528;p1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9" name="Google Shape;529;p1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0" name="Google Shape;530;p1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1" name="Google Shape;531;p1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2" name="Google Shape;532;p1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3" name="Google Shape;533;p1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4" name="Google Shape;534;p1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5" name="Google Shape;535;p1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6" name="Google Shape;536;p1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7" name="Google Shape;537;p1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8" name="Google Shape;538;p1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9" name="Google Shape;539;p1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0" name="Google Shape;540;p1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1" name="Google Shape;541;p1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2" name="Google Shape;542;p1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3" name="Google Shape;543;p1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4" name="Google Shape;544;p1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5" name="Google Shape;545;p1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6" name="Google Shape;546;p1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7" name="Google Shape;547;p1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8" name="Google Shape;548;p1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9" name="Google Shape;549;p1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0" name="Google Shape;550;p1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551" name="Google Shape;551;p1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552" name="Google Shape;552;p1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10"/>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4" name="Google Shape;554;p1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1_1_1_1_1_1_1_2">
    <p:spTree>
      <p:nvGrpSpPr>
        <p:cNvPr id="555" name="Shape 555"/>
        <p:cNvGrpSpPr/>
        <p:nvPr/>
      </p:nvGrpSpPr>
      <p:grpSpPr>
        <a:xfrm>
          <a:off x="0" y="0"/>
          <a:ext cx="0" cy="0"/>
          <a:chOff x="0" y="0"/>
          <a:chExt cx="0" cy="0"/>
        </a:xfrm>
      </p:grpSpPr>
      <p:grpSp>
        <p:nvGrpSpPr>
          <p:cNvPr id="556" name="Google Shape;556;p11"/>
          <p:cNvGrpSpPr/>
          <p:nvPr/>
        </p:nvGrpSpPr>
        <p:grpSpPr>
          <a:xfrm>
            <a:off x="-6096" y="-3429"/>
            <a:ext cx="9156192" cy="5150358"/>
            <a:chOff x="0" y="0"/>
            <a:chExt cx="12192000" cy="6858000"/>
          </a:xfrm>
        </p:grpSpPr>
        <p:sp>
          <p:nvSpPr>
            <p:cNvPr id="557" name="Google Shape;557;p1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8" name="Google Shape;558;p1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9" name="Google Shape;559;p1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0" name="Google Shape;560;p1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1" name="Google Shape;561;p1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2" name="Google Shape;562;p1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3" name="Google Shape;563;p1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4" name="Google Shape;564;p1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5" name="Google Shape;565;p1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6" name="Google Shape;566;p1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7" name="Google Shape;567;p1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8" name="Google Shape;568;p1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9" name="Google Shape;569;p1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0" name="Google Shape;570;p1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1" name="Google Shape;571;p1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2" name="Google Shape;572;p1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3" name="Google Shape;573;p1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4" name="Google Shape;574;p1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5" name="Google Shape;575;p1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6" name="Google Shape;576;p1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7" name="Google Shape;577;p1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8" name="Google Shape;578;p1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9" name="Google Shape;579;p1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0" name="Google Shape;580;p1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1" name="Google Shape;581;p1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2" name="Google Shape;582;p1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3" name="Google Shape;583;p1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4" name="Google Shape;584;p1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5" name="Google Shape;585;p1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6" name="Google Shape;586;p1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7" name="Google Shape;587;p1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8" name="Google Shape;588;p1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9" name="Google Shape;589;p1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0" name="Google Shape;590;p1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1" name="Google Shape;591;p1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2" name="Google Shape;592;p1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3" name="Google Shape;593;p1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4" name="Google Shape;594;p1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5" name="Google Shape;595;p1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6" name="Google Shape;596;p1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7" name="Google Shape;597;p1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8" name="Google Shape;598;p1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9" name="Google Shape;599;p1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0" name="Google Shape;600;p1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1" name="Google Shape;601;p1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2" name="Google Shape;602;p1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3" name="Google Shape;603;p1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4" name="Google Shape;604;p1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5" name="Google Shape;605;p1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6" name="Google Shape;606;p1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7" name="Google Shape;607;p1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8" name="Google Shape;608;p1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9" name="Google Shape;609;p1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0" name="Google Shape;610;p1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1" name="Google Shape;611;p1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2" name="Google Shape;612;p1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3" name="Google Shape;613;p1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4" name="Google Shape;614;p1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5" name="Google Shape;615;p1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16" name="Google Shape;616;p1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17" name="Google Shape;617;p1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11"/>
          <p:cNvSpPr txBox="1"/>
          <p:nvPr>
            <p:ph type="title"/>
          </p:nvPr>
        </p:nvSpPr>
        <p:spPr>
          <a:xfrm>
            <a:off x="208725" y="344175"/>
            <a:ext cx="7640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9" name="Google Shape;619;p11"/>
          <p:cNvSpPr txBox="1"/>
          <p:nvPr>
            <p:ph idx="1" type="body"/>
          </p:nvPr>
        </p:nvSpPr>
        <p:spPr>
          <a:xfrm>
            <a:off x="208725" y="2320375"/>
            <a:ext cx="7353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20" name="Google Shape;620;p1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_1_1_1_2_1">
    <p:spTree>
      <p:nvGrpSpPr>
        <p:cNvPr id="621" name="Shape 621"/>
        <p:cNvGrpSpPr/>
        <p:nvPr/>
      </p:nvGrpSpPr>
      <p:grpSpPr>
        <a:xfrm>
          <a:off x="0" y="0"/>
          <a:ext cx="0" cy="0"/>
          <a:chOff x="0" y="0"/>
          <a:chExt cx="0" cy="0"/>
        </a:xfrm>
      </p:grpSpPr>
      <p:grpSp>
        <p:nvGrpSpPr>
          <p:cNvPr id="622" name="Google Shape;622;p12"/>
          <p:cNvGrpSpPr/>
          <p:nvPr/>
        </p:nvGrpSpPr>
        <p:grpSpPr>
          <a:xfrm>
            <a:off x="-6096" y="-3429"/>
            <a:ext cx="9156192" cy="5150358"/>
            <a:chOff x="0" y="0"/>
            <a:chExt cx="12192000" cy="6858000"/>
          </a:xfrm>
        </p:grpSpPr>
        <p:sp>
          <p:nvSpPr>
            <p:cNvPr id="623" name="Google Shape;623;p1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4" name="Google Shape;624;p1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5" name="Google Shape;625;p1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6" name="Google Shape;626;p1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7" name="Google Shape;627;p1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8" name="Google Shape;628;p1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9" name="Google Shape;629;p1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0" name="Google Shape;630;p1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1" name="Google Shape;631;p1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2" name="Google Shape;632;p1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3" name="Google Shape;633;p1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4" name="Google Shape;634;p1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5" name="Google Shape;635;p1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6" name="Google Shape;636;p1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7" name="Google Shape;637;p1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8" name="Google Shape;638;p1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9" name="Google Shape;639;p1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0" name="Google Shape;640;p1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1" name="Google Shape;641;p1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2" name="Google Shape;642;p1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3" name="Google Shape;643;p1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4" name="Google Shape;644;p1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5" name="Google Shape;645;p1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6" name="Google Shape;646;p1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7" name="Google Shape;647;p1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8" name="Google Shape;648;p1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9" name="Google Shape;649;p1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0" name="Google Shape;650;p1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1" name="Google Shape;651;p1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2" name="Google Shape;652;p1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3" name="Google Shape;653;p1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4" name="Google Shape;654;p1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5" name="Google Shape;655;p1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6" name="Google Shape;656;p1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7" name="Google Shape;657;p1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8" name="Google Shape;658;p1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9" name="Google Shape;659;p1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0" name="Google Shape;660;p1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1" name="Google Shape;661;p1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2" name="Google Shape;662;p1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3" name="Google Shape;663;p1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4" name="Google Shape;664;p1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5" name="Google Shape;665;p1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6" name="Google Shape;666;p1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7" name="Google Shape;667;p1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8" name="Google Shape;668;p1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9" name="Google Shape;669;p1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0" name="Google Shape;670;p1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1" name="Google Shape;671;p1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2" name="Google Shape;672;p1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3" name="Google Shape;673;p1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4" name="Google Shape;674;p1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5" name="Google Shape;675;p1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6" name="Google Shape;676;p1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7" name="Google Shape;677;p1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8" name="Google Shape;678;p1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9" name="Google Shape;679;p1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0" name="Google Shape;680;p1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1" name="Google Shape;681;p1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82" name="Google Shape;682;p1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83" name="Google Shape;683;p1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12"/>
          <p:cNvSpPr txBox="1"/>
          <p:nvPr>
            <p:ph type="title"/>
          </p:nvPr>
        </p:nvSpPr>
        <p:spPr>
          <a:xfrm>
            <a:off x="208725" y="344175"/>
            <a:ext cx="741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5" name="Google Shape;685;p12"/>
          <p:cNvSpPr txBox="1"/>
          <p:nvPr>
            <p:ph idx="1" type="body"/>
          </p:nvPr>
        </p:nvSpPr>
        <p:spPr>
          <a:xfrm>
            <a:off x="208725"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86" name="Google Shape;686;p12"/>
          <p:cNvSpPr txBox="1"/>
          <p:nvPr>
            <p:ph idx="2" type="body"/>
          </p:nvPr>
        </p:nvSpPr>
        <p:spPr>
          <a:xfrm>
            <a:off x="4684150"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87" name="Google Shape;687;p1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1_1_1_1_1_2_1_1">
    <p:spTree>
      <p:nvGrpSpPr>
        <p:cNvPr id="688" name="Shape 688"/>
        <p:cNvGrpSpPr/>
        <p:nvPr/>
      </p:nvGrpSpPr>
      <p:grpSpPr>
        <a:xfrm>
          <a:off x="0" y="0"/>
          <a:ext cx="0" cy="0"/>
          <a:chOff x="0" y="0"/>
          <a:chExt cx="0" cy="0"/>
        </a:xfrm>
      </p:grpSpPr>
      <p:grpSp>
        <p:nvGrpSpPr>
          <p:cNvPr id="689" name="Google Shape;689;p13"/>
          <p:cNvGrpSpPr/>
          <p:nvPr/>
        </p:nvGrpSpPr>
        <p:grpSpPr>
          <a:xfrm>
            <a:off x="-6096" y="-3429"/>
            <a:ext cx="9156192" cy="5150358"/>
            <a:chOff x="0" y="0"/>
            <a:chExt cx="12192000" cy="6858000"/>
          </a:xfrm>
        </p:grpSpPr>
        <p:sp>
          <p:nvSpPr>
            <p:cNvPr id="690" name="Google Shape;690;p1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1" name="Google Shape;691;p1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2" name="Google Shape;692;p1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3" name="Google Shape;693;p1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4" name="Google Shape;694;p1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5" name="Google Shape;695;p1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6" name="Google Shape;696;p1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7" name="Google Shape;697;p1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8" name="Google Shape;698;p1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9" name="Google Shape;699;p1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0" name="Google Shape;700;p1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1" name="Google Shape;701;p1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2" name="Google Shape;702;p1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3" name="Google Shape;703;p1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4" name="Google Shape;704;p1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5" name="Google Shape;705;p1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6" name="Google Shape;706;p1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7" name="Google Shape;707;p1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8" name="Google Shape;708;p1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9" name="Google Shape;709;p1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0" name="Google Shape;710;p1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1" name="Google Shape;711;p1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2" name="Google Shape;712;p1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3" name="Google Shape;713;p1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4" name="Google Shape;714;p1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5" name="Google Shape;715;p1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6" name="Google Shape;716;p1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7" name="Google Shape;717;p1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8" name="Google Shape;718;p1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9" name="Google Shape;719;p1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0" name="Google Shape;720;p1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1" name="Google Shape;721;p1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2" name="Google Shape;722;p1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3" name="Google Shape;723;p1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4" name="Google Shape;724;p1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5" name="Google Shape;725;p1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6" name="Google Shape;726;p1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7" name="Google Shape;727;p1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8" name="Google Shape;728;p1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9" name="Google Shape;729;p1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0" name="Google Shape;730;p1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1" name="Google Shape;731;p1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2" name="Google Shape;732;p1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3" name="Google Shape;733;p1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4" name="Google Shape;734;p1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5" name="Google Shape;735;p1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6" name="Google Shape;736;p1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7" name="Google Shape;737;p1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8" name="Google Shape;738;p1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9" name="Google Shape;739;p1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0" name="Google Shape;740;p1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1" name="Google Shape;741;p1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2" name="Google Shape;742;p1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3" name="Google Shape;743;p1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4" name="Google Shape;744;p1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5" name="Google Shape;745;p1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6" name="Google Shape;746;p1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7" name="Google Shape;747;p1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8" name="Google Shape;748;p1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49" name="Google Shape;749;p1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750" name="Google Shape;750;p1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13"/>
          <p:cNvSpPr txBox="1"/>
          <p:nvPr>
            <p:ph type="title"/>
          </p:nvPr>
        </p:nvSpPr>
        <p:spPr>
          <a:xfrm>
            <a:off x="208725" y="344175"/>
            <a:ext cx="76011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2" name="Google Shape;752;p1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1_1_1_1_2_1_1_1">
    <p:spTree>
      <p:nvGrpSpPr>
        <p:cNvPr id="753" name="Shape 753"/>
        <p:cNvGrpSpPr/>
        <p:nvPr/>
      </p:nvGrpSpPr>
      <p:grpSpPr>
        <a:xfrm>
          <a:off x="0" y="0"/>
          <a:ext cx="0" cy="0"/>
          <a:chOff x="0" y="0"/>
          <a:chExt cx="0" cy="0"/>
        </a:xfrm>
      </p:grpSpPr>
      <p:grpSp>
        <p:nvGrpSpPr>
          <p:cNvPr id="754" name="Google Shape;754;p14"/>
          <p:cNvGrpSpPr/>
          <p:nvPr/>
        </p:nvGrpSpPr>
        <p:grpSpPr>
          <a:xfrm>
            <a:off x="-6096" y="-3429"/>
            <a:ext cx="9156192" cy="5150358"/>
            <a:chOff x="0" y="0"/>
            <a:chExt cx="12192000" cy="6858000"/>
          </a:xfrm>
        </p:grpSpPr>
        <p:sp>
          <p:nvSpPr>
            <p:cNvPr id="755" name="Google Shape;755;p1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6" name="Google Shape;756;p1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7" name="Google Shape;757;p1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8" name="Google Shape;758;p1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9" name="Google Shape;759;p1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0" name="Google Shape;760;p1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1" name="Google Shape;761;p1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2" name="Google Shape;762;p1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3" name="Google Shape;763;p1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4" name="Google Shape;764;p1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5" name="Google Shape;765;p1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6" name="Google Shape;766;p1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7" name="Google Shape;767;p1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8" name="Google Shape;768;p1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9" name="Google Shape;769;p1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0" name="Google Shape;770;p1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1" name="Google Shape;771;p1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2" name="Google Shape;772;p1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3" name="Google Shape;773;p1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4" name="Google Shape;774;p1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5" name="Google Shape;775;p1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6" name="Google Shape;776;p1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7" name="Google Shape;777;p1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8" name="Google Shape;778;p1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9" name="Google Shape;779;p1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0" name="Google Shape;780;p1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1" name="Google Shape;781;p1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2" name="Google Shape;782;p1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3" name="Google Shape;783;p1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4" name="Google Shape;784;p1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5" name="Google Shape;785;p1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6" name="Google Shape;786;p1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7" name="Google Shape;787;p1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8" name="Google Shape;788;p1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9" name="Google Shape;789;p1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0" name="Google Shape;790;p1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1" name="Google Shape;791;p1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2" name="Google Shape;792;p1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3" name="Google Shape;793;p1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4" name="Google Shape;794;p1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5" name="Google Shape;795;p1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6" name="Google Shape;796;p1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7" name="Google Shape;797;p1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8" name="Google Shape;798;p1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9" name="Google Shape;799;p1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0" name="Google Shape;800;p1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1" name="Google Shape;801;p1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2" name="Google Shape;802;p1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3" name="Google Shape;803;p1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4" name="Google Shape;804;p1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5" name="Google Shape;805;p1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6" name="Google Shape;806;p1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7" name="Google Shape;807;p1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8" name="Google Shape;808;p1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9" name="Google Shape;809;p1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0" name="Google Shape;810;p1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1" name="Google Shape;811;p1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2" name="Google Shape;812;p1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3" name="Google Shape;813;p1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14" name="Google Shape;814;p1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15" name="Google Shape;815;p1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14"/>
          <p:cNvSpPr txBox="1"/>
          <p:nvPr>
            <p:ph type="title"/>
          </p:nvPr>
        </p:nvSpPr>
        <p:spPr>
          <a:xfrm>
            <a:off x="208725" y="344175"/>
            <a:ext cx="555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7" name="Google Shape;817;p14"/>
          <p:cNvSpPr txBox="1"/>
          <p:nvPr>
            <p:ph idx="1"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8" name="Google Shape;818;p14"/>
          <p:cNvSpPr txBox="1"/>
          <p:nvPr>
            <p:ph idx="2" type="body"/>
          </p:nvPr>
        </p:nvSpPr>
        <p:spPr>
          <a:xfrm>
            <a:off x="208725" y="3050325"/>
            <a:ext cx="6666600" cy="1861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19" name="Google Shape;819;p1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1_1_1_2_1_1_1_1">
    <p:spTree>
      <p:nvGrpSpPr>
        <p:cNvPr id="820" name="Shape 820"/>
        <p:cNvGrpSpPr/>
        <p:nvPr/>
      </p:nvGrpSpPr>
      <p:grpSpPr>
        <a:xfrm>
          <a:off x="0" y="0"/>
          <a:ext cx="0" cy="0"/>
          <a:chOff x="0" y="0"/>
          <a:chExt cx="0" cy="0"/>
        </a:xfrm>
      </p:grpSpPr>
      <p:grpSp>
        <p:nvGrpSpPr>
          <p:cNvPr id="821" name="Google Shape;821;p15"/>
          <p:cNvGrpSpPr/>
          <p:nvPr/>
        </p:nvGrpSpPr>
        <p:grpSpPr>
          <a:xfrm>
            <a:off x="-6096" y="-3429"/>
            <a:ext cx="9156192" cy="5150358"/>
            <a:chOff x="0" y="0"/>
            <a:chExt cx="12192000" cy="6858000"/>
          </a:xfrm>
        </p:grpSpPr>
        <p:sp>
          <p:nvSpPr>
            <p:cNvPr id="822" name="Google Shape;822;p1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3" name="Google Shape;823;p1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4" name="Google Shape;824;p1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5" name="Google Shape;825;p1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6" name="Google Shape;826;p1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7" name="Google Shape;827;p1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8" name="Google Shape;828;p1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9" name="Google Shape;829;p1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0" name="Google Shape;830;p1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1" name="Google Shape;831;p1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2" name="Google Shape;832;p1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3" name="Google Shape;833;p1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4" name="Google Shape;834;p1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5" name="Google Shape;835;p1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6" name="Google Shape;836;p1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7" name="Google Shape;837;p1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8" name="Google Shape;838;p1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9" name="Google Shape;839;p1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0" name="Google Shape;840;p1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1" name="Google Shape;841;p1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2" name="Google Shape;842;p1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3" name="Google Shape;843;p1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4" name="Google Shape;844;p1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5" name="Google Shape;845;p1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6" name="Google Shape;846;p1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7" name="Google Shape;847;p1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8" name="Google Shape;848;p1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9" name="Google Shape;849;p1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0" name="Google Shape;850;p1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1" name="Google Shape;851;p1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2" name="Google Shape;852;p1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3" name="Google Shape;853;p1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4" name="Google Shape;854;p1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5" name="Google Shape;855;p1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6" name="Google Shape;856;p1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7" name="Google Shape;857;p1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8" name="Google Shape;858;p1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9" name="Google Shape;859;p1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0" name="Google Shape;860;p1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1" name="Google Shape;861;p1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2" name="Google Shape;862;p1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3" name="Google Shape;863;p1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4" name="Google Shape;864;p1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5" name="Google Shape;865;p1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6" name="Google Shape;866;p1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7" name="Google Shape;867;p1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8" name="Google Shape;868;p1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9" name="Google Shape;869;p1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0" name="Google Shape;870;p1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1" name="Google Shape;871;p1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2" name="Google Shape;872;p1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3" name="Google Shape;873;p1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4" name="Google Shape;874;p1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5" name="Google Shape;875;p1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6" name="Google Shape;876;p1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7" name="Google Shape;877;p1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8" name="Google Shape;878;p1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9" name="Google Shape;879;p1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0" name="Google Shape;880;p1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81" name="Google Shape;881;p1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82" name="Google Shape;882;p1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3" name="Google Shape;883;p15"/>
          <p:cNvSpPr txBox="1"/>
          <p:nvPr>
            <p:ph type="title"/>
          </p:nvPr>
        </p:nvSpPr>
        <p:spPr>
          <a:xfrm>
            <a:off x="836250" y="1569150"/>
            <a:ext cx="7471500" cy="2005200"/>
          </a:xfrm>
          <a:prstGeom prst="rect">
            <a:avLst/>
          </a:prstGeom>
        </p:spPr>
        <p:txBody>
          <a:bodyPr anchorCtr="0" anchor="t" bIns="91425" lIns="91425" spcFirstLastPara="1" rIns="91425" wrap="square" tIns="91425">
            <a:spAutoFit/>
          </a:bodyPr>
          <a:lstStyle>
            <a:lvl1pPr lvl="0" algn="ctr">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4" name="Google Shape;884;p1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885" name="Shape 885"/>
        <p:cNvGrpSpPr/>
        <p:nvPr/>
      </p:nvGrpSpPr>
      <p:grpSpPr>
        <a:xfrm>
          <a:off x="0" y="0"/>
          <a:ext cx="0" cy="0"/>
          <a:chOff x="0" y="0"/>
          <a:chExt cx="0" cy="0"/>
        </a:xfrm>
      </p:grpSpPr>
      <p:sp>
        <p:nvSpPr>
          <p:cNvPr id="886" name="Google Shape;886;p16"/>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87" name="Google Shape;887;p1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88" name="Google Shape;88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89" name="Shape 889"/>
        <p:cNvGrpSpPr/>
        <p:nvPr/>
      </p:nvGrpSpPr>
      <p:grpSpPr>
        <a:xfrm>
          <a:off x="0" y="0"/>
          <a:ext cx="0" cy="0"/>
          <a:chOff x="0" y="0"/>
          <a:chExt cx="0" cy="0"/>
        </a:xfrm>
      </p:grpSpPr>
      <p:sp>
        <p:nvSpPr>
          <p:cNvPr id="890" name="Google Shape;890;p1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7"/>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92" name="Google Shape;892;p1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93" name="Google Shape;893;p1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94" name="Google Shape;8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1_1_2_1_1_1_1_1">
    <p:spTree>
      <p:nvGrpSpPr>
        <p:cNvPr id="895" name="Shape 895"/>
        <p:cNvGrpSpPr/>
        <p:nvPr/>
      </p:nvGrpSpPr>
      <p:grpSpPr>
        <a:xfrm>
          <a:off x="0" y="0"/>
          <a:ext cx="0" cy="0"/>
          <a:chOff x="0" y="0"/>
          <a:chExt cx="0" cy="0"/>
        </a:xfrm>
      </p:grpSpPr>
      <p:grpSp>
        <p:nvGrpSpPr>
          <p:cNvPr id="896" name="Google Shape;896;p18"/>
          <p:cNvGrpSpPr/>
          <p:nvPr/>
        </p:nvGrpSpPr>
        <p:grpSpPr>
          <a:xfrm>
            <a:off x="-6096" y="-3429"/>
            <a:ext cx="9156192" cy="5150358"/>
            <a:chOff x="0" y="0"/>
            <a:chExt cx="12192000" cy="6858000"/>
          </a:xfrm>
        </p:grpSpPr>
        <p:sp>
          <p:nvSpPr>
            <p:cNvPr id="897" name="Google Shape;897;p1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8" name="Google Shape;898;p1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9" name="Google Shape;899;p1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0" name="Google Shape;900;p1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1" name="Google Shape;901;p1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2" name="Google Shape;902;p1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3" name="Google Shape;903;p1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4" name="Google Shape;904;p1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5" name="Google Shape;905;p1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6" name="Google Shape;906;p1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7" name="Google Shape;907;p1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8" name="Google Shape;908;p1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9" name="Google Shape;909;p1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0" name="Google Shape;910;p1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1" name="Google Shape;911;p1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2" name="Google Shape;912;p1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3" name="Google Shape;913;p1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4" name="Google Shape;914;p1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5" name="Google Shape;915;p1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6" name="Google Shape;916;p1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7" name="Google Shape;917;p1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8" name="Google Shape;918;p1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9" name="Google Shape;919;p1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0" name="Google Shape;920;p1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1" name="Google Shape;921;p1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2" name="Google Shape;922;p1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3" name="Google Shape;923;p1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4" name="Google Shape;924;p1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5" name="Google Shape;925;p1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6" name="Google Shape;926;p1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7" name="Google Shape;927;p1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8" name="Google Shape;928;p1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9" name="Google Shape;929;p1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0" name="Google Shape;930;p1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1" name="Google Shape;931;p1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2" name="Google Shape;932;p1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3" name="Google Shape;933;p1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4" name="Google Shape;934;p1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5" name="Google Shape;935;p1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6" name="Google Shape;936;p1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7" name="Google Shape;937;p1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8" name="Google Shape;938;p1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9" name="Google Shape;939;p1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0" name="Google Shape;940;p1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1" name="Google Shape;941;p1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2" name="Google Shape;942;p1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3" name="Google Shape;943;p1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4" name="Google Shape;944;p1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5" name="Google Shape;945;p1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6" name="Google Shape;946;p1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7" name="Google Shape;947;p1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8" name="Google Shape;948;p1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9" name="Google Shape;949;p1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0" name="Google Shape;950;p1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1" name="Google Shape;951;p1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2" name="Google Shape;952;p1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3" name="Google Shape;953;p1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4" name="Google Shape;954;p1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5" name="Google Shape;955;p1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956" name="Google Shape;956;p1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957" name="Google Shape;957;p1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8" name="Google Shape;958;p1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9" name="Google Shape;959;p18"/>
          <p:cNvSpPr txBox="1"/>
          <p:nvPr>
            <p:ph idx="1" type="subTitle"/>
          </p:nvPr>
        </p:nvSpPr>
        <p:spPr>
          <a:xfrm>
            <a:off x="208725" y="246495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0" name="Google Shape;960;p1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1_1_1_1_1_1_1_1_1_2_1_1_1_1_1_1">
    <p:spTree>
      <p:nvGrpSpPr>
        <p:cNvPr id="961" name="Shape 961"/>
        <p:cNvGrpSpPr/>
        <p:nvPr/>
      </p:nvGrpSpPr>
      <p:grpSpPr>
        <a:xfrm>
          <a:off x="0" y="0"/>
          <a:ext cx="0" cy="0"/>
          <a:chOff x="0" y="0"/>
          <a:chExt cx="0" cy="0"/>
        </a:xfrm>
      </p:grpSpPr>
      <p:grpSp>
        <p:nvGrpSpPr>
          <p:cNvPr id="962" name="Google Shape;962;p19"/>
          <p:cNvGrpSpPr/>
          <p:nvPr/>
        </p:nvGrpSpPr>
        <p:grpSpPr>
          <a:xfrm>
            <a:off x="-6096" y="-3429"/>
            <a:ext cx="9156192" cy="5150358"/>
            <a:chOff x="0" y="0"/>
            <a:chExt cx="12192000" cy="6858000"/>
          </a:xfrm>
        </p:grpSpPr>
        <p:sp>
          <p:nvSpPr>
            <p:cNvPr id="963" name="Google Shape;963;p1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4" name="Google Shape;964;p1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5" name="Google Shape;965;p1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6" name="Google Shape;966;p1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7" name="Google Shape;967;p1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8" name="Google Shape;968;p1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9" name="Google Shape;969;p1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0" name="Google Shape;970;p1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1" name="Google Shape;971;p1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2" name="Google Shape;972;p1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3" name="Google Shape;973;p1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4" name="Google Shape;974;p1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5" name="Google Shape;975;p1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6" name="Google Shape;976;p1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7" name="Google Shape;977;p1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8" name="Google Shape;978;p1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9" name="Google Shape;979;p1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0" name="Google Shape;980;p1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1" name="Google Shape;981;p1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2" name="Google Shape;982;p1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3" name="Google Shape;983;p1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4" name="Google Shape;984;p1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5" name="Google Shape;985;p1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6" name="Google Shape;986;p1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7" name="Google Shape;987;p1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8" name="Google Shape;988;p1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9" name="Google Shape;989;p1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0" name="Google Shape;990;p1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1" name="Google Shape;991;p1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2" name="Google Shape;992;p1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3" name="Google Shape;993;p1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4" name="Google Shape;994;p1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5" name="Google Shape;995;p1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6" name="Google Shape;996;p1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7" name="Google Shape;997;p1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8" name="Google Shape;998;p1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9" name="Google Shape;999;p1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0" name="Google Shape;1000;p1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1" name="Google Shape;1001;p1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2" name="Google Shape;1002;p1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3" name="Google Shape;1003;p1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4" name="Google Shape;1004;p1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5" name="Google Shape;1005;p1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6" name="Google Shape;1006;p1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7" name="Google Shape;1007;p1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8" name="Google Shape;1008;p1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9" name="Google Shape;1009;p1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0" name="Google Shape;1010;p1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1" name="Google Shape;1011;p1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2" name="Google Shape;1012;p1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3" name="Google Shape;1013;p1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4" name="Google Shape;1014;p1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5" name="Google Shape;1015;p1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6" name="Google Shape;1016;p1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7" name="Google Shape;1017;p1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8" name="Google Shape;1018;p1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9" name="Google Shape;1019;p1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0" name="Google Shape;1020;p1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1" name="Google Shape;1021;p1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22" name="Google Shape;1022;p1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23" name="Google Shape;1023;p1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4" name="Google Shape;1024;p19"/>
          <p:cNvSpPr txBox="1"/>
          <p:nvPr>
            <p:ph idx="1" type="body"/>
          </p:nvPr>
        </p:nvSpPr>
        <p:spPr>
          <a:xfrm>
            <a:off x="1578900" y="1135050"/>
            <a:ext cx="5986200" cy="2873400"/>
          </a:xfrm>
          <a:prstGeom prst="rect">
            <a:avLst/>
          </a:prstGeom>
        </p:spPr>
        <p:txBody>
          <a:bodyPr anchorCtr="0" anchor="t" bIns="91425" lIns="91425" spcFirstLastPara="1" rIns="91425" wrap="square" tIns="91425">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1025" name="Google Shape;1025;p1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1_1_1_1_1_1_1_1_2_1_1_1_1_1_1_1">
    <p:spTree>
      <p:nvGrpSpPr>
        <p:cNvPr id="1026" name="Shape 1026"/>
        <p:cNvGrpSpPr/>
        <p:nvPr/>
      </p:nvGrpSpPr>
      <p:grpSpPr>
        <a:xfrm>
          <a:off x="0" y="0"/>
          <a:ext cx="0" cy="0"/>
          <a:chOff x="0" y="0"/>
          <a:chExt cx="0" cy="0"/>
        </a:xfrm>
      </p:grpSpPr>
      <p:grpSp>
        <p:nvGrpSpPr>
          <p:cNvPr id="1027" name="Google Shape;1027;p20"/>
          <p:cNvGrpSpPr/>
          <p:nvPr/>
        </p:nvGrpSpPr>
        <p:grpSpPr>
          <a:xfrm>
            <a:off x="-6096" y="-3429"/>
            <a:ext cx="9156192" cy="5150358"/>
            <a:chOff x="0" y="0"/>
            <a:chExt cx="12192000" cy="6858000"/>
          </a:xfrm>
        </p:grpSpPr>
        <p:sp>
          <p:nvSpPr>
            <p:cNvPr id="1028" name="Google Shape;1028;p2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9" name="Google Shape;1029;p2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0" name="Google Shape;1030;p2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1" name="Google Shape;1031;p2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2" name="Google Shape;1032;p2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3" name="Google Shape;1033;p2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4" name="Google Shape;1034;p2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5" name="Google Shape;1035;p2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6" name="Google Shape;1036;p2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7" name="Google Shape;1037;p2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8" name="Google Shape;1038;p2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9" name="Google Shape;1039;p2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0" name="Google Shape;1040;p2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1" name="Google Shape;1041;p2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2" name="Google Shape;1042;p2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3" name="Google Shape;1043;p2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4" name="Google Shape;1044;p2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5" name="Google Shape;1045;p2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6" name="Google Shape;1046;p2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7" name="Google Shape;1047;p2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8" name="Google Shape;1048;p2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9" name="Google Shape;1049;p2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0" name="Google Shape;1050;p2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1" name="Google Shape;1051;p2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2" name="Google Shape;1052;p2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3" name="Google Shape;1053;p2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4" name="Google Shape;1054;p2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5" name="Google Shape;1055;p2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6" name="Google Shape;1056;p2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7" name="Google Shape;1057;p2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8" name="Google Shape;1058;p2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9" name="Google Shape;1059;p2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0" name="Google Shape;1060;p2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1" name="Google Shape;1061;p2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2" name="Google Shape;1062;p2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3" name="Google Shape;1063;p2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4" name="Google Shape;1064;p2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5" name="Google Shape;1065;p2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6" name="Google Shape;1066;p2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7" name="Google Shape;1067;p2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8" name="Google Shape;1068;p2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9" name="Google Shape;1069;p2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0" name="Google Shape;1070;p2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1" name="Google Shape;1071;p2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2" name="Google Shape;1072;p2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3" name="Google Shape;1073;p2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4" name="Google Shape;1074;p2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5" name="Google Shape;1075;p2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6" name="Google Shape;1076;p2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7" name="Google Shape;1077;p2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8" name="Google Shape;1078;p2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9" name="Google Shape;1079;p2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0" name="Google Shape;1080;p2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1" name="Google Shape;1081;p2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2" name="Google Shape;1082;p2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3" name="Google Shape;1083;p2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4" name="Google Shape;1084;p2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5" name="Google Shape;1085;p2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6" name="Google Shape;1086;p2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87" name="Google Shape;1087;p2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88" name="Google Shape;1088;p2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20"/>
          <p:cNvSpPr txBox="1"/>
          <p:nvPr>
            <p:ph idx="1" type="body"/>
          </p:nvPr>
        </p:nvSpPr>
        <p:spPr>
          <a:xfrm>
            <a:off x="2919350" y="1423650"/>
            <a:ext cx="5986200" cy="287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090" name="Google Shape;1090;p20"/>
          <p:cNvSpPr txBox="1"/>
          <p:nvPr>
            <p:ph type="title"/>
          </p:nvPr>
        </p:nvSpPr>
        <p:spPr>
          <a:xfrm>
            <a:off x="221150" y="1423650"/>
            <a:ext cx="2510100" cy="22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1" name="Google Shape;1091;p2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grid">
  <p:cSld name="CUSTOM_1_1_1_1_1_1_1_1_1_1_2_1_1_1_1_1_1_1_1">
    <p:spTree>
      <p:nvGrpSpPr>
        <p:cNvPr id="1092" name="Shape 1092"/>
        <p:cNvGrpSpPr/>
        <p:nvPr/>
      </p:nvGrpSpPr>
      <p:grpSpPr>
        <a:xfrm>
          <a:off x="0" y="0"/>
          <a:ext cx="0" cy="0"/>
          <a:chOff x="0" y="0"/>
          <a:chExt cx="0" cy="0"/>
        </a:xfrm>
      </p:grpSpPr>
      <p:grpSp>
        <p:nvGrpSpPr>
          <p:cNvPr id="1093" name="Google Shape;1093;p21"/>
          <p:cNvGrpSpPr/>
          <p:nvPr/>
        </p:nvGrpSpPr>
        <p:grpSpPr>
          <a:xfrm>
            <a:off x="-6096" y="-3429"/>
            <a:ext cx="9156192" cy="5150358"/>
            <a:chOff x="0" y="0"/>
            <a:chExt cx="12192000" cy="6858000"/>
          </a:xfrm>
        </p:grpSpPr>
        <p:sp>
          <p:nvSpPr>
            <p:cNvPr id="1094" name="Google Shape;1094;p2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5" name="Google Shape;1095;p2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6" name="Google Shape;1096;p2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7" name="Google Shape;1097;p2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8" name="Google Shape;1098;p2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9" name="Google Shape;1099;p2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0" name="Google Shape;1100;p2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1" name="Google Shape;1101;p2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2" name="Google Shape;1102;p2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3" name="Google Shape;1103;p2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4" name="Google Shape;1104;p2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5" name="Google Shape;1105;p2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6" name="Google Shape;1106;p2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7" name="Google Shape;1107;p2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8" name="Google Shape;1108;p2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9" name="Google Shape;1109;p2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0" name="Google Shape;1110;p2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1" name="Google Shape;1111;p2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2" name="Google Shape;1112;p2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3" name="Google Shape;1113;p2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4" name="Google Shape;1114;p2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5" name="Google Shape;1115;p2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6" name="Google Shape;1116;p2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7" name="Google Shape;1117;p2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8" name="Google Shape;1118;p2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9" name="Google Shape;1119;p2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0" name="Google Shape;1120;p2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1" name="Google Shape;1121;p2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2" name="Google Shape;1122;p2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3" name="Google Shape;1123;p2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4" name="Google Shape;1124;p2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5" name="Google Shape;1125;p2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6" name="Google Shape;1126;p2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7" name="Google Shape;1127;p2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8" name="Google Shape;1128;p2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9" name="Google Shape;1129;p2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0" name="Google Shape;1130;p2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1" name="Google Shape;1131;p2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2" name="Google Shape;1132;p2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3" name="Google Shape;1133;p2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4" name="Google Shape;1134;p2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5" name="Google Shape;1135;p2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6" name="Google Shape;1136;p2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7" name="Google Shape;1137;p2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8" name="Google Shape;1138;p2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9" name="Google Shape;1139;p2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0" name="Google Shape;1140;p2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1" name="Google Shape;1141;p2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2" name="Google Shape;1142;p2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3" name="Google Shape;1143;p2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4" name="Google Shape;1144;p2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5" name="Google Shape;1145;p2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6" name="Google Shape;1146;p2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7" name="Google Shape;1147;p2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8" name="Google Shape;1148;p2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9" name="Google Shape;1149;p2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0" name="Google Shape;1150;p2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1" name="Google Shape;1151;p2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2" name="Google Shape;1152;p2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153" name="Google Shape;1153;p2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54" name="Google Shape;1154;p2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5" name="Google Shape;1155;p2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1_1_1_1_1_1_1_1_2_1_1_1_1_1_1_1_1_1">
    <p:spTree>
      <p:nvGrpSpPr>
        <p:cNvPr id="1156" name="Shape 1156"/>
        <p:cNvGrpSpPr/>
        <p:nvPr/>
      </p:nvGrpSpPr>
      <p:grpSpPr>
        <a:xfrm>
          <a:off x="0" y="0"/>
          <a:ext cx="0" cy="0"/>
          <a:chOff x="0" y="0"/>
          <a:chExt cx="0" cy="0"/>
        </a:xfrm>
      </p:grpSpPr>
      <p:sp>
        <p:nvSpPr>
          <p:cNvPr id="1157" name="Google Shape;1157;p2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58" name="Google Shape;1158;p2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9" name="Google Shape;1159;p2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1_1_1_1_1_1_1_2_1_1_1_1_1_1_1_1_1_1">
    <p:spTree>
      <p:nvGrpSpPr>
        <p:cNvPr id="1160" name="Shape 1160"/>
        <p:cNvGrpSpPr/>
        <p:nvPr/>
      </p:nvGrpSpPr>
      <p:grpSpPr>
        <a:xfrm>
          <a:off x="0" y="0"/>
          <a:ext cx="0" cy="0"/>
          <a:chOff x="0" y="0"/>
          <a:chExt cx="0" cy="0"/>
        </a:xfrm>
      </p:grpSpPr>
      <p:sp>
        <p:nvSpPr>
          <p:cNvPr id="1161" name="Google Shape;1161;p2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162" name="Google Shape;1162;p23"/>
          <p:cNvGrpSpPr/>
          <p:nvPr/>
        </p:nvGrpSpPr>
        <p:grpSpPr>
          <a:xfrm>
            <a:off x="-6096" y="-3429"/>
            <a:ext cx="9156192" cy="5150358"/>
            <a:chOff x="0" y="0"/>
            <a:chExt cx="12192000" cy="6858000"/>
          </a:xfrm>
        </p:grpSpPr>
        <p:sp>
          <p:nvSpPr>
            <p:cNvPr id="1163" name="Google Shape;1163;p2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4" name="Google Shape;1164;p2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5" name="Google Shape;1165;p2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6" name="Google Shape;1166;p2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7" name="Google Shape;1167;p2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8" name="Google Shape;1168;p2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9" name="Google Shape;1169;p2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0" name="Google Shape;1170;p2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1" name="Google Shape;1171;p2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2" name="Google Shape;1172;p2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3" name="Google Shape;1173;p2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4" name="Google Shape;1174;p2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5" name="Google Shape;1175;p2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6" name="Google Shape;1176;p2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7" name="Google Shape;1177;p2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8" name="Google Shape;1178;p2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9" name="Google Shape;1179;p2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0" name="Google Shape;1180;p2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1" name="Google Shape;1181;p2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2" name="Google Shape;1182;p2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3" name="Google Shape;1183;p2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4" name="Google Shape;1184;p2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5" name="Google Shape;1185;p2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6" name="Google Shape;1186;p2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7" name="Google Shape;1187;p2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8" name="Google Shape;1188;p2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9" name="Google Shape;1189;p2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0" name="Google Shape;1190;p2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1" name="Google Shape;1191;p2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2" name="Google Shape;1192;p2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3" name="Google Shape;1193;p2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4" name="Google Shape;1194;p2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5" name="Google Shape;1195;p2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6" name="Google Shape;1196;p2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7" name="Google Shape;1197;p2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8" name="Google Shape;1198;p2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9" name="Google Shape;1199;p2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0" name="Google Shape;1200;p2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1" name="Google Shape;1201;p2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2" name="Google Shape;1202;p2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3" name="Google Shape;1203;p2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4" name="Google Shape;1204;p2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5" name="Google Shape;1205;p2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6" name="Google Shape;1206;p2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7" name="Google Shape;1207;p2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8" name="Google Shape;1208;p2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9" name="Google Shape;1209;p2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0" name="Google Shape;1210;p2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1" name="Google Shape;1211;p2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2" name="Google Shape;1212;p2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3" name="Google Shape;1213;p2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4" name="Google Shape;1214;p2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5" name="Google Shape;1215;p2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6" name="Google Shape;1216;p2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7" name="Google Shape;1217;p2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8" name="Google Shape;1218;p2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9" name="Google Shape;1219;p2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0" name="Google Shape;1220;p2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1" name="Google Shape;1221;p2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22" name="Google Shape;1222;p2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3" name="Google Shape;1223;p23"/>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4" name="Google Shape;1224;p23"/>
          <p:cNvSpPr txBox="1"/>
          <p:nvPr>
            <p:ph idx="1" type="subTitle"/>
          </p:nvPr>
        </p:nvSpPr>
        <p:spPr>
          <a:xfrm>
            <a:off x="20872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5" name="Google Shape;1225;p23"/>
          <p:cNvSpPr txBox="1"/>
          <p:nvPr>
            <p:ph idx="2" type="subTitle"/>
          </p:nvPr>
        </p:nvSpPr>
        <p:spPr>
          <a:xfrm>
            <a:off x="3281550"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6" name="Google Shape;1226;p23"/>
          <p:cNvSpPr txBox="1"/>
          <p:nvPr>
            <p:ph idx="3" type="subTitle"/>
          </p:nvPr>
        </p:nvSpPr>
        <p:spPr>
          <a:xfrm>
            <a:off x="635437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7" name="Google Shape;1227;p23"/>
          <p:cNvSpPr txBox="1"/>
          <p:nvPr>
            <p:ph idx="4" type="subTitle"/>
          </p:nvPr>
        </p:nvSpPr>
        <p:spPr>
          <a:xfrm>
            <a:off x="20872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8" name="Google Shape;1228;p23"/>
          <p:cNvSpPr txBox="1"/>
          <p:nvPr>
            <p:ph idx="5" type="subTitle"/>
          </p:nvPr>
        </p:nvSpPr>
        <p:spPr>
          <a:xfrm>
            <a:off x="3281550"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9" name="Google Shape;1229;p23"/>
          <p:cNvSpPr txBox="1"/>
          <p:nvPr>
            <p:ph idx="6" type="subTitle"/>
          </p:nvPr>
        </p:nvSpPr>
        <p:spPr>
          <a:xfrm>
            <a:off x="635437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0" name="Google Shape;1230;p2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1_1_1_1_1_1_2_1_1_1_1_1_1_1_1_1_1_1">
    <p:spTree>
      <p:nvGrpSpPr>
        <p:cNvPr id="1231" name="Shape 1231"/>
        <p:cNvGrpSpPr/>
        <p:nvPr/>
      </p:nvGrpSpPr>
      <p:grpSpPr>
        <a:xfrm>
          <a:off x="0" y="0"/>
          <a:ext cx="0" cy="0"/>
          <a:chOff x="0" y="0"/>
          <a:chExt cx="0" cy="0"/>
        </a:xfrm>
      </p:grpSpPr>
      <p:sp>
        <p:nvSpPr>
          <p:cNvPr id="1232" name="Google Shape;1232;p2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33" name="Google Shape;1233;p24"/>
          <p:cNvGrpSpPr/>
          <p:nvPr/>
        </p:nvGrpSpPr>
        <p:grpSpPr>
          <a:xfrm>
            <a:off x="-6096" y="-3429"/>
            <a:ext cx="9156192" cy="5150358"/>
            <a:chOff x="0" y="0"/>
            <a:chExt cx="12192000" cy="6858000"/>
          </a:xfrm>
        </p:grpSpPr>
        <p:sp>
          <p:nvSpPr>
            <p:cNvPr id="1234" name="Google Shape;1234;p2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5" name="Google Shape;1235;p2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6" name="Google Shape;1236;p2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7" name="Google Shape;1237;p2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8" name="Google Shape;1238;p2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9" name="Google Shape;1239;p2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0" name="Google Shape;1240;p2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1" name="Google Shape;1241;p2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2" name="Google Shape;1242;p2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3" name="Google Shape;1243;p2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4" name="Google Shape;1244;p2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5" name="Google Shape;1245;p2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6" name="Google Shape;1246;p2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7" name="Google Shape;1247;p2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8" name="Google Shape;1248;p2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9" name="Google Shape;1249;p2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0" name="Google Shape;1250;p2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1" name="Google Shape;1251;p2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2" name="Google Shape;1252;p2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3" name="Google Shape;1253;p2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4" name="Google Shape;1254;p2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5" name="Google Shape;1255;p2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6" name="Google Shape;1256;p2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7" name="Google Shape;1257;p2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8" name="Google Shape;1258;p2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9" name="Google Shape;1259;p2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0" name="Google Shape;1260;p2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1" name="Google Shape;1261;p2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2" name="Google Shape;1262;p2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3" name="Google Shape;1263;p2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4" name="Google Shape;1264;p2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5" name="Google Shape;1265;p2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6" name="Google Shape;1266;p2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7" name="Google Shape;1267;p2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8" name="Google Shape;1268;p2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9" name="Google Shape;1269;p2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0" name="Google Shape;1270;p2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1" name="Google Shape;1271;p2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2" name="Google Shape;1272;p2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3" name="Google Shape;1273;p2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4" name="Google Shape;1274;p2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5" name="Google Shape;1275;p2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6" name="Google Shape;1276;p2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7" name="Google Shape;1277;p2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8" name="Google Shape;1278;p2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9" name="Google Shape;1279;p2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0" name="Google Shape;1280;p2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1" name="Google Shape;1281;p2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2" name="Google Shape;1282;p2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3" name="Google Shape;1283;p2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4" name="Google Shape;1284;p2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5" name="Google Shape;1285;p2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6" name="Google Shape;1286;p2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7" name="Google Shape;1287;p2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8" name="Google Shape;1288;p2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9" name="Google Shape;1289;p2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0" name="Google Shape;1290;p2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1" name="Google Shape;1291;p2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2" name="Google Shape;1292;p2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93" name="Google Shape;1293;p2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4" name="Google Shape;1294;p24"/>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5" name="Google Shape;1295;p24"/>
          <p:cNvSpPr txBox="1"/>
          <p:nvPr>
            <p:ph idx="1" type="body"/>
          </p:nvPr>
        </p:nvSpPr>
        <p:spPr>
          <a:xfrm>
            <a:off x="208725" y="2304400"/>
            <a:ext cx="33528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296" name="Google Shape;1296;p24"/>
          <p:cNvSpPr/>
          <p:nvPr>
            <p:ph idx="2" type="pic"/>
          </p:nvPr>
        </p:nvSpPr>
        <p:spPr>
          <a:xfrm>
            <a:off x="3769050" y="2304400"/>
            <a:ext cx="5156700" cy="2568600"/>
          </a:xfrm>
          <a:prstGeom prst="roundRect">
            <a:avLst>
              <a:gd fmla="val 4123" name="adj"/>
            </a:avLst>
          </a:prstGeom>
          <a:noFill/>
          <a:ln>
            <a:noFill/>
          </a:ln>
        </p:spPr>
      </p:sp>
      <p:sp>
        <p:nvSpPr>
          <p:cNvPr id="1297" name="Google Shape;1297;p2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1_1_1_1_1_2_1_1_1_1_1_1_1_1_1_1_1_1">
    <p:spTree>
      <p:nvGrpSpPr>
        <p:cNvPr id="1298" name="Shape 1298"/>
        <p:cNvGrpSpPr/>
        <p:nvPr/>
      </p:nvGrpSpPr>
      <p:grpSpPr>
        <a:xfrm>
          <a:off x="0" y="0"/>
          <a:ext cx="0" cy="0"/>
          <a:chOff x="0" y="0"/>
          <a:chExt cx="0" cy="0"/>
        </a:xfrm>
      </p:grpSpPr>
      <p:sp>
        <p:nvSpPr>
          <p:cNvPr id="1299" name="Google Shape;1299;p2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00" name="Google Shape;1300;p25"/>
          <p:cNvGrpSpPr/>
          <p:nvPr/>
        </p:nvGrpSpPr>
        <p:grpSpPr>
          <a:xfrm>
            <a:off x="-6096" y="-3429"/>
            <a:ext cx="9156192" cy="5150358"/>
            <a:chOff x="0" y="0"/>
            <a:chExt cx="12192000" cy="6858000"/>
          </a:xfrm>
        </p:grpSpPr>
        <p:sp>
          <p:nvSpPr>
            <p:cNvPr id="1301" name="Google Shape;1301;p2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2" name="Google Shape;1302;p2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3" name="Google Shape;1303;p2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4" name="Google Shape;1304;p2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5" name="Google Shape;1305;p2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6" name="Google Shape;1306;p2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7" name="Google Shape;1307;p2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8" name="Google Shape;1308;p2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9" name="Google Shape;1309;p2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0" name="Google Shape;1310;p2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1" name="Google Shape;1311;p2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2" name="Google Shape;1312;p2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3" name="Google Shape;1313;p2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4" name="Google Shape;1314;p2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5" name="Google Shape;1315;p2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6" name="Google Shape;1316;p2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7" name="Google Shape;1317;p2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8" name="Google Shape;1318;p2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9" name="Google Shape;1319;p2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0" name="Google Shape;1320;p2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1" name="Google Shape;1321;p2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2" name="Google Shape;1322;p2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3" name="Google Shape;1323;p2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4" name="Google Shape;1324;p2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5" name="Google Shape;1325;p2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6" name="Google Shape;1326;p2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7" name="Google Shape;1327;p2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8" name="Google Shape;1328;p2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9" name="Google Shape;1329;p2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0" name="Google Shape;1330;p2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1" name="Google Shape;1331;p2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2" name="Google Shape;1332;p2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3" name="Google Shape;1333;p2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4" name="Google Shape;1334;p2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5" name="Google Shape;1335;p2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6" name="Google Shape;1336;p2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7" name="Google Shape;1337;p2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8" name="Google Shape;1338;p2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9" name="Google Shape;1339;p2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0" name="Google Shape;1340;p2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1" name="Google Shape;1341;p2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2" name="Google Shape;1342;p2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3" name="Google Shape;1343;p2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4" name="Google Shape;1344;p2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5" name="Google Shape;1345;p2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6" name="Google Shape;1346;p2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7" name="Google Shape;1347;p2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8" name="Google Shape;1348;p2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9" name="Google Shape;1349;p2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0" name="Google Shape;1350;p2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1" name="Google Shape;1351;p2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2" name="Google Shape;1352;p2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3" name="Google Shape;1353;p2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4" name="Google Shape;1354;p2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5" name="Google Shape;1355;p2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6" name="Google Shape;1356;p2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7" name="Google Shape;1357;p2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8" name="Google Shape;1358;p2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9" name="Google Shape;1359;p2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360" name="Google Shape;1360;p2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1" name="Google Shape;1361;p25"/>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62" name="Google Shape;1362;p25"/>
          <p:cNvSpPr txBox="1"/>
          <p:nvPr>
            <p:ph idx="1" type="body"/>
          </p:nvPr>
        </p:nvSpPr>
        <p:spPr>
          <a:xfrm>
            <a:off x="11736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63" name="Google Shape;1363;p25"/>
          <p:cNvSpPr txBox="1"/>
          <p:nvPr>
            <p:ph idx="2" type="subTitle"/>
          </p:nvPr>
        </p:nvSpPr>
        <p:spPr>
          <a:xfrm>
            <a:off x="11736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4" name="Google Shape;1364;p25"/>
          <p:cNvSpPr txBox="1"/>
          <p:nvPr>
            <p:ph idx="3" type="body"/>
          </p:nvPr>
        </p:nvSpPr>
        <p:spPr>
          <a:xfrm>
            <a:off x="49161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65" name="Google Shape;1365;p25"/>
          <p:cNvSpPr txBox="1"/>
          <p:nvPr>
            <p:ph idx="4" type="subTitle"/>
          </p:nvPr>
        </p:nvSpPr>
        <p:spPr>
          <a:xfrm>
            <a:off x="49161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6" name="Google Shape;1366;p2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1_1_1_1_2_1_1_1_1_1_1_1_1_1_1_1_1_1">
    <p:spTree>
      <p:nvGrpSpPr>
        <p:cNvPr id="1367" name="Shape 1367"/>
        <p:cNvGrpSpPr/>
        <p:nvPr/>
      </p:nvGrpSpPr>
      <p:grpSpPr>
        <a:xfrm>
          <a:off x="0" y="0"/>
          <a:ext cx="0" cy="0"/>
          <a:chOff x="0" y="0"/>
          <a:chExt cx="0" cy="0"/>
        </a:xfrm>
      </p:grpSpPr>
      <p:sp>
        <p:nvSpPr>
          <p:cNvPr id="1368" name="Google Shape;1368;p2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69" name="Google Shape;1369;p26"/>
          <p:cNvGrpSpPr/>
          <p:nvPr/>
        </p:nvGrpSpPr>
        <p:grpSpPr>
          <a:xfrm>
            <a:off x="-6096" y="-3429"/>
            <a:ext cx="9156192" cy="5150358"/>
            <a:chOff x="0" y="0"/>
            <a:chExt cx="12192000" cy="6858000"/>
          </a:xfrm>
        </p:grpSpPr>
        <p:sp>
          <p:nvSpPr>
            <p:cNvPr id="1370" name="Google Shape;1370;p2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1" name="Google Shape;1371;p2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2" name="Google Shape;1372;p2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3" name="Google Shape;1373;p2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4" name="Google Shape;1374;p2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5" name="Google Shape;1375;p2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6" name="Google Shape;1376;p2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7" name="Google Shape;1377;p2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8" name="Google Shape;1378;p2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9" name="Google Shape;1379;p2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0" name="Google Shape;1380;p2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1" name="Google Shape;1381;p2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2" name="Google Shape;1382;p2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3" name="Google Shape;1383;p2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4" name="Google Shape;1384;p2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5" name="Google Shape;1385;p2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6" name="Google Shape;1386;p2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7" name="Google Shape;1387;p2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8" name="Google Shape;1388;p2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9" name="Google Shape;1389;p2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0" name="Google Shape;1390;p2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1" name="Google Shape;1391;p2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2" name="Google Shape;1392;p2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3" name="Google Shape;1393;p2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4" name="Google Shape;1394;p2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5" name="Google Shape;1395;p2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6" name="Google Shape;1396;p2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7" name="Google Shape;1397;p2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8" name="Google Shape;1398;p2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9" name="Google Shape;1399;p2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0" name="Google Shape;1400;p2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1" name="Google Shape;1401;p2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2" name="Google Shape;1402;p2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3" name="Google Shape;1403;p2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4" name="Google Shape;1404;p2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5" name="Google Shape;1405;p2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6" name="Google Shape;1406;p2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7" name="Google Shape;1407;p2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8" name="Google Shape;1408;p2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9" name="Google Shape;1409;p2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0" name="Google Shape;1410;p2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1" name="Google Shape;1411;p2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2" name="Google Shape;1412;p2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3" name="Google Shape;1413;p2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4" name="Google Shape;1414;p2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5" name="Google Shape;1415;p2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6" name="Google Shape;1416;p2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7" name="Google Shape;1417;p2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8" name="Google Shape;1418;p2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9" name="Google Shape;1419;p2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0" name="Google Shape;1420;p2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1" name="Google Shape;1421;p2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2" name="Google Shape;1422;p2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3" name="Google Shape;1423;p2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4" name="Google Shape;1424;p2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5" name="Google Shape;1425;p2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6" name="Google Shape;1426;p2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7" name="Google Shape;1427;p2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8" name="Google Shape;1428;p2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29" name="Google Shape;1429;p2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0" name="Google Shape;1430;p26"/>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1" name="Google Shape;1431;p26"/>
          <p:cNvSpPr txBox="1"/>
          <p:nvPr>
            <p:ph idx="1" type="body"/>
          </p:nvPr>
        </p:nvSpPr>
        <p:spPr>
          <a:xfrm>
            <a:off x="208725"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2" name="Google Shape;1432;p26"/>
          <p:cNvSpPr txBox="1"/>
          <p:nvPr>
            <p:ph idx="2" type="subTitle"/>
          </p:nvPr>
        </p:nvSpPr>
        <p:spPr>
          <a:xfrm>
            <a:off x="208725"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3" name="Google Shape;1433;p26"/>
          <p:cNvSpPr txBox="1"/>
          <p:nvPr>
            <p:ph idx="3" type="body"/>
          </p:nvPr>
        </p:nvSpPr>
        <p:spPr>
          <a:xfrm>
            <a:off x="3310098"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4" name="Google Shape;1434;p26"/>
          <p:cNvSpPr txBox="1"/>
          <p:nvPr>
            <p:ph idx="4" type="subTitle"/>
          </p:nvPr>
        </p:nvSpPr>
        <p:spPr>
          <a:xfrm>
            <a:off x="3310098"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5" name="Google Shape;1435;p26"/>
          <p:cNvSpPr txBox="1"/>
          <p:nvPr>
            <p:ph idx="5" type="body"/>
          </p:nvPr>
        </p:nvSpPr>
        <p:spPr>
          <a:xfrm>
            <a:off x="6411471"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6" name="Google Shape;1436;p26"/>
          <p:cNvSpPr txBox="1"/>
          <p:nvPr>
            <p:ph idx="6" type="subTitle"/>
          </p:nvPr>
        </p:nvSpPr>
        <p:spPr>
          <a:xfrm>
            <a:off x="6411471"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7" name="Google Shape;1437;p2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p:cSld name="CUSTOM_1_1_1_1_1_1_1_1_1_1_2_1_1_1_1_1_1_1_1_1_1_1_1_1_1">
    <p:spTree>
      <p:nvGrpSpPr>
        <p:cNvPr id="1438" name="Shape 1438"/>
        <p:cNvGrpSpPr/>
        <p:nvPr/>
      </p:nvGrpSpPr>
      <p:grpSpPr>
        <a:xfrm>
          <a:off x="0" y="0"/>
          <a:ext cx="0" cy="0"/>
          <a:chOff x="0" y="0"/>
          <a:chExt cx="0" cy="0"/>
        </a:xfrm>
      </p:grpSpPr>
      <p:sp>
        <p:nvSpPr>
          <p:cNvPr id="1439" name="Google Shape;1439;p2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440" name="Google Shape;1440;p27"/>
          <p:cNvGrpSpPr/>
          <p:nvPr/>
        </p:nvGrpSpPr>
        <p:grpSpPr>
          <a:xfrm>
            <a:off x="-6096" y="-3429"/>
            <a:ext cx="9156192" cy="5150358"/>
            <a:chOff x="0" y="0"/>
            <a:chExt cx="12192000" cy="6858000"/>
          </a:xfrm>
        </p:grpSpPr>
        <p:sp>
          <p:nvSpPr>
            <p:cNvPr id="1441" name="Google Shape;1441;p2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2" name="Google Shape;1442;p2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3" name="Google Shape;1443;p2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4" name="Google Shape;1444;p2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5" name="Google Shape;1445;p2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6" name="Google Shape;1446;p2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7" name="Google Shape;1447;p2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8" name="Google Shape;1448;p2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9" name="Google Shape;1449;p2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0" name="Google Shape;1450;p2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1" name="Google Shape;1451;p2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2" name="Google Shape;1452;p2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3" name="Google Shape;1453;p2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4" name="Google Shape;1454;p2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5" name="Google Shape;1455;p2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6" name="Google Shape;1456;p2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7" name="Google Shape;1457;p2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8" name="Google Shape;1458;p2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9" name="Google Shape;1459;p2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0" name="Google Shape;1460;p2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1" name="Google Shape;1461;p2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2" name="Google Shape;1462;p2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3" name="Google Shape;1463;p2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4" name="Google Shape;1464;p2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5" name="Google Shape;1465;p2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6" name="Google Shape;1466;p2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7" name="Google Shape;1467;p2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8" name="Google Shape;1468;p2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9" name="Google Shape;1469;p2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0" name="Google Shape;1470;p2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1" name="Google Shape;1471;p2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2" name="Google Shape;1472;p2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3" name="Google Shape;1473;p2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4" name="Google Shape;1474;p2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5" name="Google Shape;1475;p2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6" name="Google Shape;1476;p2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7" name="Google Shape;1477;p2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8" name="Google Shape;1478;p2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9" name="Google Shape;1479;p2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0" name="Google Shape;1480;p2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1" name="Google Shape;1481;p2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2" name="Google Shape;1482;p2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3" name="Google Shape;1483;p2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4" name="Google Shape;1484;p2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5" name="Google Shape;1485;p2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6" name="Google Shape;1486;p2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7" name="Google Shape;1487;p2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8" name="Google Shape;1488;p2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9" name="Google Shape;1489;p2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0" name="Google Shape;1490;p2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1" name="Google Shape;1491;p2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2" name="Google Shape;1492;p2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3" name="Google Shape;1493;p2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4" name="Google Shape;1494;p2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5" name="Google Shape;1495;p2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6" name="Google Shape;1496;p2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7" name="Google Shape;1497;p2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8" name="Google Shape;1498;p2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9" name="Google Shape;1499;p2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00" name="Google Shape;1500;p2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1" name="Google Shape;1501;p27"/>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02" name="Google Shape;1502;p27"/>
          <p:cNvSpPr txBox="1"/>
          <p:nvPr>
            <p:ph idx="1" type="body"/>
          </p:nvPr>
        </p:nvSpPr>
        <p:spPr>
          <a:xfrm>
            <a:off x="208725"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3" name="Google Shape;1503;p27"/>
          <p:cNvSpPr txBox="1"/>
          <p:nvPr>
            <p:ph idx="2" type="subTitle"/>
          </p:nvPr>
        </p:nvSpPr>
        <p:spPr>
          <a:xfrm>
            <a:off x="208725"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4" name="Google Shape;1504;p27"/>
          <p:cNvSpPr txBox="1"/>
          <p:nvPr>
            <p:ph idx="3" type="body"/>
          </p:nvPr>
        </p:nvSpPr>
        <p:spPr>
          <a:xfrm>
            <a:off x="2500573"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5" name="Google Shape;1505;p27"/>
          <p:cNvSpPr txBox="1"/>
          <p:nvPr>
            <p:ph idx="4" type="subTitle"/>
          </p:nvPr>
        </p:nvSpPr>
        <p:spPr>
          <a:xfrm>
            <a:off x="2500573"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6" name="Google Shape;1506;p27"/>
          <p:cNvSpPr txBox="1"/>
          <p:nvPr>
            <p:ph idx="5" type="body"/>
          </p:nvPr>
        </p:nvSpPr>
        <p:spPr>
          <a:xfrm>
            <a:off x="479242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7" name="Google Shape;1507;p27"/>
          <p:cNvSpPr txBox="1"/>
          <p:nvPr>
            <p:ph idx="6" type="subTitle"/>
          </p:nvPr>
        </p:nvSpPr>
        <p:spPr>
          <a:xfrm>
            <a:off x="479242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8" name="Google Shape;1508;p27"/>
          <p:cNvSpPr txBox="1"/>
          <p:nvPr>
            <p:ph idx="7" type="body"/>
          </p:nvPr>
        </p:nvSpPr>
        <p:spPr>
          <a:xfrm>
            <a:off x="708427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9" name="Google Shape;1509;p27"/>
          <p:cNvSpPr txBox="1"/>
          <p:nvPr>
            <p:ph idx="8" type="subTitle"/>
          </p:nvPr>
        </p:nvSpPr>
        <p:spPr>
          <a:xfrm>
            <a:off x="708427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0" name="Google Shape;1510;p2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1_1_2_1_1_1_1_1_1_1_1_1_1_1_1_1_1_1">
    <p:spTree>
      <p:nvGrpSpPr>
        <p:cNvPr id="1511" name="Shape 1511"/>
        <p:cNvGrpSpPr/>
        <p:nvPr/>
      </p:nvGrpSpPr>
      <p:grpSpPr>
        <a:xfrm>
          <a:off x="0" y="0"/>
          <a:ext cx="0" cy="0"/>
          <a:chOff x="0" y="0"/>
          <a:chExt cx="0" cy="0"/>
        </a:xfrm>
      </p:grpSpPr>
      <p:sp>
        <p:nvSpPr>
          <p:cNvPr id="1512" name="Google Shape;1512;p2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13" name="Google Shape;1513;p28"/>
          <p:cNvGrpSpPr/>
          <p:nvPr/>
        </p:nvGrpSpPr>
        <p:grpSpPr>
          <a:xfrm>
            <a:off x="-6096" y="-3429"/>
            <a:ext cx="9156192" cy="5150358"/>
            <a:chOff x="0" y="0"/>
            <a:chExt cx="12192000" cy="6858000"/>
          </a:xfrm>
        </p:grpSpPr>
        <p:sp>
          <p:nvSpPr>
            <p:cNvPr id="1514" name="Google Shape;1514;p2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5" name="Google Shape;1515;p2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6" name="Google Shape;1516;p2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7" name="Google Shape;1517;p2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8" name="Google Shape;1518;p2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9" name="Google Shape;1519;p2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0" name="Google Shape;1520;p2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1" name="Google Shape;1521;p2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2" name="Google Shape;1522;p2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3" name="Google Shape;1523;p2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4" name="Google Shape;1524;p2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5" name="Google Shape;1525;p2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6" name="Google Shape;1526;p2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7" name="Google Shape;1527;p2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8" name="Google Shape;1528;p2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9" name="Google Shape;1529;p2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0" name="Google Shape;1530;p2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1" name="Google Shape;1531;p2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2" name="Google Shape;1532;p2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3" name="Google Shape;1533;p2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4" name="Google Shape;1534;p2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5" name="Google Shape;1535;p2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6" name="Google Shape;1536;p2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7" name="Google Shape;1537;p2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8" name="Google Shape;1538;p2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9" name="Google Shape;1539;p2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0" name="Google Shape;1540;p2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1" name="Google Shape;1541;p2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2" name="Google Shape;1542;p2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3" name="Google Shape;1543;p2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4" name="Google Shape;1544;p2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5" name="Google Shape;1545;p2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6" name="Google Shape;1546;p2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7" name="Google Shape;1547;p2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8" name="Google Shape;1548;p2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9" name="Google Shape;1549;p2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0" name="Google Shape;1550;p2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1" name="Google Shape;1551;p2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2" name="Google Shape;1552;p2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3" name="Google Shape;1553;p2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4" name="Google Shape;1554;p2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5" name="Google Shape;1555;p2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6" name="Google Shape;1556;p2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7" name="Google Shape;1557;p2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8" name="Google Shape;1558;p2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9" name="Google Shape;1559;p2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0" name="Google Shape;1560;p2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1" name="Google Shape;1561;p2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2" name="Google Shape;1562;p2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3" name="Google Shape;1563;p2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4" name="Google Shape;1564;p2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5" name="Google Shape;1565;p2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6" name="Google Shape;1566;p2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7" name="Google Shape;1567;p2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8" name="Google Shape;1568;p2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9" name="Google Shape;1569;p2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0" name="Google Shape;1570;p2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1" name="Google Shape;1571;p2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2" name="Google Shape;1572;p2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73" name="Google Shape;1573;p2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4" name="Google Shape;1574;p2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75" name="Google Shape;1575;p28"/>
          <p:cNvSpPr/>
          <p:nvPr>
            <p:ph idx="2" type="pic"/>
          </p:nvPr>
        </p:nvSpPr>
        <p:spPr>
          <a:xfrm>
            <a:off x="213450" y="2022825"/>
            <a:ext cx="8717100" cy="2837700"/>
          </a:xfrm>
          <a:prstGeom prst="roundRect">
            <a:avLst>
              <a:gd fmla="val 4123" name="adj"/>
            </a:avLst>
          </a:prstGeom>
          <a:noFill/>
          <a:ln>
            <a:noFill/>
          </a:ln>
        </p:spPr>
      </p:sp>
      <p:sp>
        <p:nvSpPr>
          <p:cNvPr id="1576" name="Google Shape;1576;p2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1_1_1_1_2_1_1_1_1_1_1_1_1_1_1_1_1_1_1_1_1">
    <p:spTree>
      <p:nvGrpSpPr>
        <p:cNvPr id="1577" name="Shape 1577"/>
        <p:cNvGrpSpPr/>
        <p:nvPr/>
      </p:nvGrpSpPr>
      <p:grpSpPr>
        <a:xfrm>
          <a:off x="0" y="0"/>
          <a:ext cx="0" cy="0"/>
          <a:chOff x="0" y="0"/>
          <a:chExt cx="0" cy="0"/>
        </a:xfrm>
      </p:grpSpPr>
      <p:sp>
        <p:nvSpPr>
          <p:cNvPr id="1578" name="Google Shape;1578;p2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79" name="Google Shape;1579;p29"/>
          <p:cNvGrpSpPr/>
          <p:nvPr/>
        </p:nvGrpSpPr>
        <p:grpSpPr>
          <a:xfrm>
            <a:off x="-6096" y="-3429"/>
            <a:ext cx="9156192" cy="5150358"/>
            <a:chOff x="0" y="0"/>
            <a:chExt cx="12192000" cy="6858000"/>
          </a:xfrm>
        </p:grpSpPr>
        <p:sp>
          <p:nvSpPr>
            <p:cNvPr id="1580" name="Google Shape;1580;p2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1" name="Google Shape;1581;p2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2" name="Google Shape;1582;p2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3" name="Google Shape;1583;p2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4" name="Google Shape;1584;p2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5" name="Google Shape;1585;p2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6" name="Google Shape;1586;p2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7" name="Google Shape;1587;p2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8" name="Google Shape;1588;p2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9" name="Google Shape;1589;p2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0" name="Google Shape;1590;p2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1" name="Google Shape;1591;p2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2" name="Google Shape;1592;p2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3" name="Google Shape;1593;p2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4" name="Google Shape;1594;p2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5" name="Google Shape;1595;p2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6" name="Google Shape;1596;p2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7" name="Google Shape;1597;p2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8" name="Google Shape;1598;p2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9" name="Google Shape;1599;p2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0" name="Google Shape;1600;p2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1" name="Google Shape;1601;p2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2" name="Google Shape;1602;p2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3" name="Google Shape;1603;p2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4" name="Google Shape;1604;p2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5" name="Google Shape;1605;p2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6" name="Google Shape;1606;p2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7" name="Google Shape;1607;p2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8" name="Google Shape;1608;p2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9" name="Google Shape;1609;p2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0" name="Google Shape;1610;p2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1" name="Google Shape;1611;p2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2" name="Google Shape;1612;p2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3" name="Google Shape;1613;p2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4" name="Google Shape;1614;p2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5" name="Google Shape;1615;p2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6" name="Google Shape;1616;p2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7" name="Google Shape;1617;p2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8" name="Google Shape;1618;p2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9" name="Google Shape;1619;p2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0" name="Google Shape;1620;p2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1" name="Google Shape;1621;p2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2" name="Google Shape;1622;p2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3" name="Google Shape;1623;p2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4" name="Google Shape;1624;p2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5" name="Google Shape;1625;p2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6" name="Google Shape;1626;p2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7" name="Google Shape;1627;p2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8" name="Google Shape;1628;p2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9" name="Google Shape;1629;p2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0" name="Google Shape;1630;p2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1" name="Google Shape;1631;p2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2" name="Google Shape;1632;p2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3" name="Google Shape;1633;p2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4" name="Google Shape;1634;p2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5" name="Google Shape;1635;p2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6" name="Google Shape;1636;p2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7" name="Google Shape;1637;p2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8" name="Google Shape;1638;p2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639" name="Google Shape;1639;p2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0" name="Google Shape;1640;p29"/>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41" name="Google Shape;1641;p29"/>
          <p:cNvSpPr txBox="1"/>
          <p:nvPr>
            <p:ph idx="1" type="body"/>
          </p:nvPr>
        </p:nvSpPr>
        <p:spPr>
          <a:xfrm>
            <a:off x="11736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42" name="Google Shape;1642;p29"/>
          <p:cNvSpPr txBox="1"/>
          <p:nvPr>
            <p:ph idx="2" type="subTitle"/>
          </p:nvPr>
        </p:nvSpPr>
        <p:spPr>
          <a:xfrm>
            <a:off x="11736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3" name="Google Shape;1643;p29"/>
          <p:cNvSpPr txBox="1"/>
          <p:nvPr>
            <p:ph idx="3" type="body"/>
          </p:nvPr>
        </p:nvSpPr>
        <p:spPr>
          <a:xfrm>
            <a:off x="49161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44" name="Google Shape;1644;p29"/>
          <p:cNvSpPr txBox="1"/>
          <p:nvPr>
            <p:ph idx="4" type="subTitle"/>
          </p:nvPr>
        </p:nvSpPr>
        <p:spPr>
          <a:xfrm>
            <a:off x="49161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5" name="Google Shape;1645;p29"/>
          <p:cNvSpPr/>
          <p:nvPr>
            <p:ph idx="5" type="pic"/>
          </p:nvPr>
        </p:nvSpPr>
        <p:spPr>
          <a:xfrm>
            <a:off x="1173600" y="3022475"/>
            <a:ext cx="3054300" cy="1864500"/>
          </a:xfrm>
          <a:prstGeom prst="roundRect">
            <a:avLst>
              <a:gd fmla="val 3854" name="adj"/>
            </a:avLst>
          </a:prstGeom>
          <a:noFill/>
          <a:ln>
            <a:noFill/>
          </a:ln>
        </p:spPr>
      </p:sp>
      <p:sp>
        <p:nvSpPr>
          <p:cNvPr id="1646" name="Google Shape;1646;p29"/>
          <p:cNvSpPr/>
          <p:nvPr>
            <p:ph idx="6" type="pic"/>
          </p:nvPr>
        </p:nvSpPr>
        <p:spPr>
          <a:xfrm>
            <a:off x="4916100" y="3022475"/>
            <a:ext cx="3054300" cy="1864500"/>
          </a:xfrm>
          <a:prstGeom prst="roundRect">
            <a:avLst>
              <a:gd fmla="val 3854" name="adj"/>
            </a:avLst>
          </a:prstGeom>
          <a:noFill/>
          <a:ln>
            <a:noFill/>
          </a:ln>
        </p:spPr>
      </p:sp>
      <p:sp>
        <p:nvSpPr>
          <p:cNvPr id="1647" name="Google Shape;1647;p2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1_1_1_1_2_1_1_1_1_1_1_1_1_1_1_1_1_1_1_1_1_1">
    <p:spTree>
      <p:nvGrpSpPr>
        <p:cNvPr id="1648" name="Shape 1648"/>
        <p:cNvGrpSpPr/>
        <p:nvPr/>
      </p:nvGrpSpPr>
      <p:grpSpPr>
        <a:xfrm>
          <a:off x="0" y="0"/>
          <a:ext cx="0" cy="0"/>
          <a:chOff x="0" y="0"/>
          <a:chExt cx="0" cy="0"/>
        </a:xfrm>
      </p:grpSpPr>
      <p:sp>
        <p:nvSpPr>
          <p:cNvPr id="1649" name="Google Shape;1649;p3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650" name="Google Shape;1650;p30"/>
          <p:cNvGrpSpPr/>
          <p:nvPr/>
        </p:nvGrpSpPr>
        <p:grpSpPr>
          <a:xfrm>
            <a:off x="-6096" y="-3429"/>
            <a:ext cx="9156192" cy="5150358"/>
            <a:chOff x="0" y="0"/>
            <a:chExt cx="12192000" cy="6858000"/>
          </a:xfrm>
        </p:grpSpPr>
        <p:sp>
          <p:nvSpPr>
            <p:cNvPr id="1651" name="Google Shape;1651;p3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2" name="Google Shape;1652;p3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3" name="Google Shape;1653;p3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4" name="Google Shape;1654;p3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5" name="Google Shape;1655;p3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6" name="Google Shape;1656;p3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7" name="Google Shape;1657;p3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8" name="Google Shape;1658;p3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9" name="Google Shape;1659;p3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0" name="Google Shape;1660;p3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1" name="Google Shape;1661;p3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2" name="Google Shape;1662;p3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3" name="Google Shape;1663;p3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4" name="Google Shape;1664;p3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5" name="Google Shape;1665;p3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6" name="Google Shape;1666;p3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7" name="Google Shape;1667;p3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8" name="Google Shape;1668;p3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9" name="Google Shape;1669;p3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0" name="Google Shape;1670;p3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1" name="Google Shape;1671;p3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2" name="Google Shape;1672;p3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3" name="Google Shape;1673;p3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4" name="Google Shape;1674;p3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5" name="Google Shape;1675;p3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6" name="Google Shape;1676;p3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7" name="Google Shape;1677;p3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8" name="Google Shape;1678;p3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9" name="Google Shape;1679;p3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0" name="Google Shape;1680;p3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1" name="Google Shape;1681;p3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2" name="Google Shape;1682;p3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3" name="Google Shape;1683;p3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4" name="Google Shape;1684;p3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5" name="Google Shape;1685;p3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6" name="Google Shape;1686;p3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7" name="Google Shape;1687;p3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8" name="Google Shape;1688;p3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9" name="Google Shape;1689;p3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0" name="Google Shape;1690;p3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1" name="Google Shape;1691;p3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2" name="Google Shape;1692;p3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3" name="Google Shape;1693;p3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4" name="Google Shape;1694;p3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5" name="Google Shape;1695;p3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6" name="Google Shape;1696;p3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7" name="Google Shape;1697;p3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8" name="Google Shape;1698;p3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9" name="Google Shape;1699;p3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0" name="Google Shape;1700;p3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1" name="Google Shape;1701;p3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2" name="Google Shape;1702;p3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3" name="Google Shape;1703;p3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4" name="Google Shape;1704;p3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5" name="Google Shape;1705;p3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6" name="Google Shape;1706;p3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7" name="Google Shape;1707;p3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8" name="Google Shape;1708;p3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9" name="Google Shape;1709;p3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10" name="Google Shape;1710;p3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1" name="Google Shape;1711;p30"/>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12" name="Google Shape;1712;p30"/>
          <p:cNvSpPr txBox="1"/>
          <p:nvPr>
            <p:ph idx="1" type="body"/>
          </p:nvPr>
        </p:nvSpPr>
        <p:spPr>
          <a:xfrm>
            <a:off x="423750"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3" name="Google Shape;1713;p30"/>
          <p:cNvSpPr txBox="1"/>
          <p:nvPr>
            <p:ph idx="2" type="subTitle"/>
          </p:nvPr>
        </p:nvSpPr>
        <p:spPr>
          <a:xfrm>
            <a:off x="423750"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4" name="Google Shape;1714;p30"/>
          <p:cNvSpPr txBox="1"/>
          <p:nvPr>
            <p:ph idx="3" type="body"/>
          </p:nvPr>
        </p:nvSpPr>
        <p:spPr>
          <a:xfrm>
            <a:off x="3276074"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5" name="Google Shape;1715;p30"/>
          <p:cNvSpPr txBox="1"/>
          <p:nvPr>
            <p:ph idx="4" type="subTitle"/>
          </p:nvPr>
        </p:nvSpPr>
        <p:spPr>
          <a:xfrm>
            <a:off x="327607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6" name="Google Shape;1716;p30"/>
          <p:cNvSpPr/>
          <p:nvPr>
            <p:ph idx="5" type="pic"/>
          </p:nvPr>
        </p:nvSpPr>
        <p:spPr>
          <a:xfrm>
            <a:off x="423750" y="3022475"/>
            <a:ext cx="2586900" cy="1864500"/>
          </a:xfrm>
          <a:prstGeom prst="roundRect">
            <a:avLst>
              <a:gd fmla="val 3854" name="adj"/>
            </a:avLst>
          </a:prstGeom>
          <a:noFill/>
          <a:ln>
            <a:noFill/>
          </a:ln>
        </p:spPr>
      </p:sp>
      <p:sp>
        <p:nvSpPr>
          <p:cNvPr id="1717" name="Google Shape;1717;p30"/>
          <p:cNvSpPr/>
          <p:nvPr>
            <p:ph idx="6" type="pic"/>
          </p:nvPr>
        </p:nvSpPr>
        <p:spPr>
          <a:xfrm>
            <a:off x="3276071" y="3022475"/>
            <a:ext cx="2586900" cy="1864500"/>
          </a:xfrm>
          <a:prstGeom prst="roundRect">
            <a:avLst>
              <a:gd fmla="val 3854" name="adj"/>
            </a:avLst>
          </a:prstGeom>
          <a:noFill/>
          <a:ln>
            <a:noFill/>
          </a:ln>
        </p:spPr>
      </p:sp>
      <p:sp>
        <p:nvSpPr>
          <p:cNvPr id="1718" name="Google Shape;1718;p30"/>
          <p:cNvSpPr txBox="1"/>
          <p:nvPr>
            <p:ph idx="7" type="body"/>
          </p:nvPr>
        </p:nvSpPr>
        <p:spPr>
          <a:xfrm>
            <a:off x="6128397"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9" name="Google Shape;1719;p30"/>
          <p:cNvSpPr txBox="1"/>
          <p:nvPr>
            <p:ph idx="8" type="subTitle"/>
          </p:nvPr>
        </p:nvSpPr>
        <p:spPr>
          <a:xfrm>
            <a:off x="612839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0" name="Google Shape;1720;p30"/>
          <p:cNvSpPr/>
          <p:nvPr>
            <p:ph idx="9" type="pic"/>
          </p:nvPr>
        </p:nvSpPr>
        <p:spPr>
          <a:xfrm>
            <a:off x="6128391" y="3022475"/>
            <a:ext cx="2586900" cy="1864500"/>
          </a:xfrm>
          <a:prstGeom prst="roundRect">
            <a:avLst>
              <a:gd fmla="val 3854" name="adj"/>
            </a:avLst>
          </a:prstGeom>
          <a:noFill/>
          <a:ln>
            <a:noFill/>
          </a:ln>
        </p:spPr>
      </p:sp>
      <p:sp>
        <p:nvSpPr>
          <p:cNvPr id="1721" name="Google Shape;1721;p3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_1_1_2_1_1_1_1_1_1_1_1_1_1_1_1_1_1_1_1_1_1">
    <p:spTree>
      <p:nvGrpSpPr>
        <p:cNvPr id="1722" name="Shape 1722"/>
        <p:cNvGrpSpPr/>
        <p:nvPr/>
      </p:nvGrpSpPr>
      <p:grpSpPr>
        <a:xfrm>
          <a:off x="0" y="0"/>
          <a:ext cx="0" cy="0"/>
          <a:chOff x="0" y="0"/>
          <a:chExt cx="0" cy="0"/>
        </a:xfrm>
      </p:grpSpPr>
      <p:sp>
        <p:nvSpPr>
          <p:cNvPr id="1723" name="Google Shape;1723;p3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24" name="Google Shape;1724;p31"/>
          <p:cNvGrpSpPr/>
          <p:nvPr/>
        </p:nvGrpSpPr>
        <p:grpSpPr>
          <a:xfrm>
            <a:off x="-6096" y="-3429"/>
            <a:ext cx="9156192" cy="5150358"/>
            <a:chOff x="0" y="0"/>
            <a:chExt cx="12192000" cy="6858000"/>
          </a:xfrm>
        </p:grpSpPr>
        <p:sp>
          <p:nvSpPr>
            <p:cNvPr id="1725" name="Google Shape;1725;p3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6" name="Google Shape;1726;p3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7" name="Google Shape;1727;p3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8" name="Google Shape;1728;p3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9" name="Google Shape;1729;p3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0" name="Google Shape;1730;p3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1" name="Google Shape;1731;p3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2" name="Google Shape;1732;p3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3" name="Google Shape;1733;p3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4" name="Google Shape;1734;p3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5" name="Google Shape;1735;p3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6" name="Google Shape;1736;p3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7" name="Google Shape;1737;p3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8" name="Google Shape;1738;p3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9" name="Google Shape;1739;p3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0" name="Google Shape;1740;p3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1" name="Google Shape;1741;p3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2" name="Google Shape;1742;p3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3" name="Google Shape;1743;p3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4" name="Google Shape;1744;p3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5" name="Google Shape;1745;p3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6" name="Google Shape;1746;p3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7" name="Google Shape;1747;p3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8" name="Google Shape;1748;p3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9" name="Google Shape;1749;p3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0" name="Google Shape;1750;p3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1" name="Google Shape;1751;p3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2" name="Google Shape;1752;p3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3" name="Google Shape;1753;p3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4" name="Google Shape;1754;p3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5" name="Google Shape;1755;p3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6" name="Google Shape;1756;p3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7" name="Google Shape;1757;p3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8" name="Google Shape;1758;p3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9" name="Google Shape;1759;p3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0" name="Google Shape;1760;p3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1" name="Google Shape;1761;p3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2" name="Google Shape;1762;p3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3" name="Google Shape;1763;p3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4" name="Google Shape;1764;p3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5" name="Google Shape;1765;p3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6" name="Google Shape;1766;p3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7" name="Google Shape;1767;p3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8" name="Google Shape;1768;p3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9" name="Google Shape;1769;p3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0" name="Google Shape;1770;p3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1" name="Google Shape;1771;p3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2" name="Google Shape;1772;p3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3" name="Google Shape;1773;p3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4" name="Google Shape;1774;p3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5" name="Google Shape;1775;p3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6" name="Google Shape;1776;p3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7" name="Google Shape;1777;p3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8" name="Google Shape;1778;p3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9" name="Google Shape;1779;p3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0" name="Google Shape;1780;p3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1" name="Google Shape;1781;p3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2" name="Google Shape;1782;p3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3" name="Google Shape;1783;p3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84" name="Google Shape;1784;p3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5" name="Google Shape;1785;p31"/>
          <p:cNvSpPr/>
          <p:nvPr>
            <p:ph idx="2" type="pic"/>
          </p:nvPr>
        </p:nvSpPr>
        <p:spPr>
          <a:xfrm>
            <a:off x="436350" y="262350"/>
            <a:ext cx="8271300" cy="4618800"/>
          </a:xfrm>
          <a:prstGeom prst="roundRect">
            <a:avLst>
              <a:gd fmla="val 3854" name="adj"/>
            </a:avLst>
          </a:prstGeom>
          <a:noFill/>
          <a:ln>
            <a:noFill/>
          </a:ln>
        </p:spPr>
      </p:sp>
      <p:sp>
        <p:nvSpPr>
          <p:cNvPr id="1786" name="Google Shape;1786;p3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_1_2_1_1_1_1_1_1_1_1_1_1_1_1_1_1_1_1_1_1_1">
    <p:spTree>
      <p:nvGrpSpPr>
        <p:cNvPr id="1787" name="Shape 1787"/>
        <p:cNvGrpSpPr/>
        <p:nvPr/>
      </p:nvGrpSpPr>
      <p:grpSpPr>
        <a:xfrm>
          <a:off x="0" y="0"/>
          <a:ext cx="0" cy="0"/>
          <a:chOff x="0" y="0"/>
          <a:chExt cx="0" cy="0"/>
        </a:xfrm>
      </p:grpSpPr>
      <p:sp>
        <p:nvSpPr>
          <p:cNvPr id="1788" name="Google Shape;1788;p3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89" name="Google Shape;1789;p32"/>
          <p:cNvGrpSpPr/>
          <p:nvPr/>
        </p:nvGrpSpPr>
        <p:grpSpPr>
          <a:xfrm>
            <a:off x="-6096" y="-3429"/>
            <a:ext cx="9156192" cy="5150358"/>
            <a:chOff x="0" y="0"/>
            <a:chExt cx="12192000" cy="6858000"/>
          </a:xfrm>
        </p:grpSpPr>
        <p:sp>
          <p:nvSpPr>
            <p:cNvPr id="1790" name="Google Shape;1790;p3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1" name="Google Shape;1791;p3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2" name="Google Shape;1792;p3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3" name="Google Shape;1793;p3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4" name="Google Shape;1794;p3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5" name="Google Shape;1795;p3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6" name="Google Shape;1796;p3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7" name="Google Shape;1797;p3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8" name="Google Shape;1798;p3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9" name="Google Shape;1799;p3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0" name="Google Shape;1800;p3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1" name="Google Shape;1801;p3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2" name="Google Shape;1802;p3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3" name="Google Shape;1803;p3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4" name="Google Shape;1804;p3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5" name="Google Shape;1805;p3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6" name="Google Shape;1806;p3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7" name="Google Shape;1807;p3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8" name="Google Shape;1808;p3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9" name="Google Shape;1809;p3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0" name="Google Shape;1810;p3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1" name="Google Shape;1811;p3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2" name="Google Shape;1812;p3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3" name="Google Shape;1813;p3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4" name="Google Shape;1814;p3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5" name="Google Shape;1815;p3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6" name="Google Shape;1816;p3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7" name="Google Shape;1817;p3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8" name="Google Shape;1818;p3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9" name="Google Shape;1819;p3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0" name="Google Shape;1820;p3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1" name="Google Shape;1821;p3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2" name="Google Shape;1822;p3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3" name="Google Shape;1823;p3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4" name="Google Shape;1824;p3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5" name="Google Shape;1825;p3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6" name="Google Shape;1826;p3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7" name="Google Shape;1827;p3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8" name="Google Shape;1828;p3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9" name="Google Shape;1829;p3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0" name="Google Shape;1830;p3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1" name="Google Shape;1831;p3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2" name="Google Shape;1832;p3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3" name="Google Shape;1833;p3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4" name="Google Shape;1834;p3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5" name="Google Shape;1835;p3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6" name="Google Shape;1836;p3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7" name="Google Shape;1837;p3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8" name="Google Shape;1838;p3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9" name="Google Shape;1839;p3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0" name="Google Shape;1840;p3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1" name="Google Shape;1841;p3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2" name="Google Shape;1842;p3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3" name="Google Shape;1843;p3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4" name="Google Shape;1844;p3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5" name="Google Shape;1845;p3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6" name="Google Shape;1846;p3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7" name="Google Shape;1847;p3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8" name="Google Shape;1848;p3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49" name="Google Shape;1849;p3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0" name="Google Shape;1850;p32"/>
          <p:cNvSpPr txBox="1"/>
          <p:nvPr>
            <p:ph type="title"/>
          </p:nvPr>
        </p:nvSpPr>
        <p:spPr>
          <a:xfrm>
            <a:off x="208725" y="344175"/>
            <a:ext cx="8729700" cy="8847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1" name="Google Shape;1851;p32"/>
          <p:cNvSpPr/>
          <p:nvPr>
            <p:ph idx="2" type="pic"/>
          </p:nvPr>
        </p:nvSpPr>
        <p:spPr>
          <a:xfrm>
            <a:off x="208725" y="1344450"/>
            <a:ext cx="2838600" cy="1151100"/>
          </a:xfrm>
          <a:prstGeom prst="roundRect">
            <a:avLst>
              <a:gd fmla="val 3854" name="adj"/>
            </a:avLst>
          </a:prstGeom>
          <a:noFill/>
          <a:ln>
            <a:noFill/>
          </a:ln>
        </p:spPr>
      </p:sp>
      <p:sp>
        <p:nvSpPr>
          <p:cNvPr id="1852" name="Google Shape;1852;p32"/>
          <p:cNvSpPr/>
          <p:nvPr>
            <p:ph idx="3" type="pic"/>
          </p:nvPr>
        </p:nvSpPr>
        <p:spPr>
          <a:xfrm>
            <a:off x="3154251" y="1344450"/>
            <a:ext cx="2838600" cy="1151100"/>
          </a:xfrm>
          <a:prstGeom prst="roundRect">
            <a:avLst>
              <a:gd fmla="val 3854" name="adj"/>
            </a:avLst>
          </a:prstGeom>
          <a:noFill/>
          <a:ln>
            <a:noFill/>
          </a:ln>
        </p:spPr>
      </p:sp>
      <p:sp>
        <p:nvSpPr>
          <p:cNvPr id="1853" name="Google Shape;1853;p32"/>
          <p:cNvSpPr/>
          <p:nvPr>
            <p:ph idx="4" type="pic"/>
          </p:nvPr>
        </p:nvSpPr>
        <p:spPr>
          <a:xfrm>
            <a:off x="6099777" y="1344450"/>
            <a:ext cx="2838600" cy="1151100"/>
          </a:xfrm>
          <a:prstGeom prst="roundRect">
            <a:avLst>
              <a:gd fmla="val 3854" name="adj"/>
            </a:avLst>
          </a:prstGeom>
          <a:noFill/>
          <a:ln>
            <a:noFill/>
          </a:ln>
        </p:spPr>
      </p:sp>
      <p:sp>
        <p:nvSpPr>
          <p:cNvPr id="1854" name="Google Shape;1854;p32"/>
          <p:cNvSpPr/>
          <p:nvPr>
            <p:ph idx="5" type="pic"/>
          </p:nvPr>
        </p:nvSpPr>
        <p:spPr>
          <a:xfrm>
            <a:off x="208725" y="2611125"/>
            <a:ext cx="2838600" cy="1151100"/>
          </a:xfrm>
          <a:prstGeom prst="roundRect">
            <a:avLst>
              <a:gd fmla="val 3854" name="adj"/>
            </a:avLst>
          </a:prstGeom>
          <a:noFill/>
          <a:ln>
            <a:noFill/>
          </a:ln>
        </p:spPr>
      </p:sp>
      <p:sp>
        <p:nvSpPr>
          <p:cNvPr id="1855" name="Google Shape;1855;p32"/>
          <p:cNvSpPr/>
          <p:nvPr>
            <p:ph idx="6" type="pic"/>
          </p:nvPr>
        </p:nvSpPr>
        <p:spPr>
          <a:xfrm>
            <a:off x="3154251" y="2611125"/>
            <a:ext cx="2838600" cy="1151100"/>
          </a:xfrm>
          <a:prstGeom prst="roundRect">
            <a:avLst>
              <a:gd fmla="val 3854" name="adj"/>
            </a:avLst>
          </a:prstGeom>
          <a:noFill/>
          <a:ln>
            <a:noFill/>
          </a:ln>
        </p:spPr>
      </p:sp>
      <p:sp>
        <p:nvSpPr>
          <p:cNvPr id="1856" name="Google Shape;1856;p32"/>
          <p:cNvSpPr/>
          <p:nvPr>
            <p:ph idx="7" type="pic"/>
          </p:nvPr>
        </p:nvSpPr>
        <p:spPr>
          <a:xfrm>
            <a:off x="6099777" y="2611125"/>
            <a:ext cx="2838600" cy="1151100"/>
          </a:xfrm>
          <a:prstGeom prst="roundRect">
            <a:avLst>
              <a:gd fmla="val 3854" name="adj"/>
            </a:avLst>
          </a:prstGeom>
          <a:noFill/>
          <a:ln>
            <a:noFill/>
          </a:ln>
        </p:spPr>
      </p:sp>
      <p:sp>
        <p:nvSpPr>
          <p:cNvPr id="1857" name="Google Shape;1857;p32"/>
          <p:cNvSpPr/>
          <p:nvPr>
            <p:ph idx="8" type="pic"/>
          </p:nvPr>
        </p:nvSpPr>
        <p:spPr>
          <a:xfrm>
            <a:off x="208725" y="3877800"/>
            <a:ext cx="2838600" cy="1151100"/>
          </a:xfrm>
          <a:prstGeom prst="roundRect">
            <a:avLst>
              <a:gd fmla="val 3854" name="adj"/>
            </a:avLst>
          </a:prstGeom>
          <a:noFill/>
          <a:ln>
            <a:noFill/>
          </a:ln>
        </p:spPr>
      </p:sp>
      <p:sp>
        <p:nvSpPr>
          <p:cNvPr id="1858" name="Google Shape;1858;p32"/>
          <p:cNvSpPr/>
          <p:nvPr>
            <p:ph idx="9" type="pic"/>
          </p:nvPr>
        </p:nvSpPr>
        <p:spPr>
          <a:xfrm>
            <a:off x="3154251" y="3877800"/>
            <a:ext cx="2838600" cy="1151100"/>
          </a:xfrm>
          <a:prstGeom prst="roundRect">
            <a:avLst>
              <a:gd fmla="val 3854" name="adj"/>
            </a:avLst>
          </a:prstGeom>
          <a:noFill/>
          <a:ln>
            <a:noFill/>
          </a:ln>
        </p:spPr>
      </p:sp>
      <p:sp>
        <p:nvSpPr>
          <p:cNvPr id="1859" name="Google Shape;1859;p32"/>
          <p:cNvSpPr/>
          <p:nvPr>
            <p:ph idx="13" type="pic"/>
          </p:nvPr>
        </p:nvSpPr>
        <p:spPr>
          <a:xfrm>
            <a:off x="6099777" y="3877800"/>
            <a:ext cx="2838600" cy="1151100"/>
          </a:xfrm>
          <a:prstGeom prst="roundRect">
            <a:avLst>
              <a:gd fmla="val 3854" name="adj"/>
            </a:avLst>
          </a:prstGeom>
          <a:noFill/>
          <a:ln>
            <a:noFill/>
          </a:ln>
        </p:spPr>
      </p:sp>
      <p:sp>
        <p:nvSpPr>
          <p:cNvPr id="1860" name="Google Shape;1860;p3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57925"/>
            <a:ext cx="6411000" cy="572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dk1"/>
              </a:buClr>
              <a:buSzPts val="4800"/>
              <a:buFont typeface="Lexend"/>
              <a:buNone/>
              <a:defRPr sz="48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7" name="Google Shape;7;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 name="Google Shape;8;p1"/>
          <p:cNvSpPr txBox="1"/>
          <p:nvPr>
            <p:ph idx="1" type="body"/>
          </p:nvPr>
        </p:nvSpPr>
        <p:spPr>
          <a:xfrm>
            <a:off x="1239450" y="2823325"/>
            <a:ext cx="3145800" cy="20820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864">
          <p15:clr>
            <a:srgbClr val="E46962"/>
          </p15:clr>
        </p15:guide>
        <p15:guide id="6" pos="196">
          <p15:clr>
            <a:srgbClr val="E46962"/>
          </p15:clr>
        </p15:guide>
        <p15:guide id="7" orient="horz" pos="936">
          <p15:clr>
            <a:srgbClr val="E46962"/>
          </p15:clr>
        </p15:guide>
        <p15:guide id="8" orient="horz" pos="684">
          <p15:clr>
            <a:srgbClr val="E46962"/>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oit.colorado.edu/services/network-internet-services/vpn/help/cisco-vpn" TargetMode="External"/><Relationship Id="rId4" Type="http://schemas.openxmlformats.org/officeDocument/2006/relationships/hyperlink" Target="https://gsstephenson.github.io/iqbio-computation-101-2026/#guides" TargetMode="External"/><Relationship Id="rId5" Type="http://schemas.openxmlformats.org/officeDocument/2006/relationships/hyperlink" Target="http://www.youtube.com/watch?v=c3V9WtDWims" TargetMode="External"/><Relationship Id="rId6" Type="http://schemas.openxmlformats.org/officeDocument/2006/relationships/image" Target="../media/image5.jpg"/></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gsstephenson.github.io/iqbio-computation-101-2026/#guides" TargetMode="External"/><Relationship Id="rId4" Type="http://schemas.openxmlformats.org/officeDocument/2006/relationships/image" Target="../media/image2.png"/></Relationships>
</file>

<file path=ppt/slides/_rels/slide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hyperlink" Target="https://gsstephenson.github.io/iqbio-computation-101-2026/workshop1.html" TargetMode="External"/></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gsstephenson.github.io/iqbio-computation-101-2026/workshop1.html" TargetMode="External"/></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hyperlink" Target="https://gsstephenson.github.io/iqbio-computation-101-2026/workshop1.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33"/>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1866" name="Google Shape;1866;p33"/>
          <p:cNvSpPr txBox="1"/>
          <p:nvPr>
            <p:ph type="title"/>
          </p:nvPr>
        </p:nvSpPr>
        <p:spPr>
          <a:xfrm>
            <a:off x="208725" y="344175"/>
            <a:ext cx="6032700" cy="20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Linux/Unix + Slurm Overview</a:t>
            </a:r>
            <a:endParaRPr/>
          </a:p>
        </p:txBody>
      </p:sp>
      <p:sp>
        <p:nvSpPr>
          <p:cNvPr id="1867" name="Google Shape;1867;p33"/>
          <p:cNvSpPr txBox="1"/>
          <p:nvPr>
            <p:ph idx="3"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a:t>
            </a:r>
            <a:r>
              <a:rPr b="1" lang="en"/>
              <a:t> </a:t>
            </a:r>
            <a:endParaRPr/>
          </a:p>
        </p:txBody>
      </p:sp>
      <p:grpSp>
        <p:nvGrpSpPr>
          <p:cNvPr id="1868" name="Google Shape;1868;p33"/>
          <p:cNvGrpSpPr/>
          <p:nvPr/>
        </p:nvGrpSpPr>
        <p:grpSpPr>
          <a:xfrm>
            <a:off x="1966534" y="2571650"/>
            <a:ext cx="5210945" cy="2242155"/>
            <a:chOff x="2267909" y="2831175"/>
            <a:chExt cx="4608193" cy="1982804"/>
          </a:xfrm>
        </p:grpSpPr>
        <p:grpSp>
          <p:nvGrpSpPr>
            <p:cNvPr id="1869" name="Google Shape;1869;p33"/>
            <p:cNvGrpSpPr/>
            <p:nvPr/>
          </p:nvGrpSpPr>
          <p:grpSpPr>
            <a:xfrm>
              <a:off x="2267909" y="3080044"/>
              <a:ext cx="4608193" cy="1733935"/>
              <a:chOff x="5485193" y="340487"/>
              <a:chExt cx="3462464" cy="1302829"/>
            </a:xfrm>
          </p:grpSpPr>
          <p:sp>
            <p:nvSpPr>
              <p:cNvPr id="1870" name="Google Shape;1870;p33"/>
              <p:cNvSpPr/>
              <p:nvPr/>
            </p:nvSpPr>
            <p:spPr>
              <a:xfrm>
                <a:off x="5485193" y="340487"/>
                <a:ext cx="3462464" cy="1296479"/>
              </a:xfrm>
              <a:custGeom>
                <a:rect b="b" l="l" r="r" t="t"/>
                <a:pathLst>
                  <a:path extrusionOk="0" h="1296479" w="3462464">
                    <a:moveTo>
                      <a:pt x="0" y="0"/>
                    </a:moveTo>
                    <a:lnTo>
                      <a:pt x="3462464" y="0"/>
                    </a:lnTo>
                    <a:lnTo>
                      <a:pt x="3462464" y="1296480"/>
                    </a:lnTo>
                    <a:lnTo>
                      <a:pt x="0" y="129648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1" name="Google Shape;1871;p33"/>
              <p:cNvSpPr/>
              <p:nvPr/>
            </p:nvSpPr>
            <p:spPr>
              <a:xfrm>
                <a:off x="784021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2" name="Google Shape;1872;p33"/>
              <p:cNvSpPr/>
              <p:nvPr/>
            </p:nvSpPr>
            <p:spPr>
              <a:xfrm>
                <a:off x="802481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3" name="Google Shape;1873;p33"/>
              <p:cNvSpPr/>
              <p:nvPr/>
            </p:nvSpPr>
            <p:spPr>
              <a:xfrm>
                <a:off x="820934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4" name="Google Shape;1874;p33"/>
              <p:cNvSpPr/>
              <p:nvPr/>
            </p:nvSpPr>
            <p:spPr>
              <a:xfrm>
                <a:off x="839393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5" name="Google Shape;1875;p33"/>
              <p:cNvSpPr/>
              <p:nvPr/>
            </p:nvSpPr>
            <p:spPr>
              <a:xfrm>
                <a:off x="857853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6" name="Google Shape;1876;p33"/>
              <p:cNvSpPr/>
              <p:nvPr/>
            </p:nvSpPr>
            <p:spPr>
              <a:xfrm>
                <a:off x="876306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7" name="Google Shape;1877;p33"/>
              <p:cNvSpPr/>
              <p:nvPr/>
            </p:nvSpPr>
            <p:spPr>
              <a:xfrm>
                <a:off x="675500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8" name="Google Shape;1878;p33"/>
              <p:cNvSpPr/>
              <p:nvPr/>
            </p:nvSpPr>
            <p:spPr>
              <a:xfrm>
                <a:off x="69395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9" name="Google Shape;1879;p33"/>
              <p:cNvSpPr/>
              <p:nvPr/>
            </p:nvSpPr>
            <p:spPr>
              <a:xfrm>
                <a:off x="712412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0" name="Google Shape;1880;p33"/>
              <p:cNvSpPr/>
              <p:nvPr/>
            </p:nvSpPr>
            <p:spPr>
              <a:xfrm>
                <a:off x="730872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1" name="Google Shape;1881;p33"/>
              <p:cNvSpPr/>
              <p:nvPr/>
            </p:nvSpPr>
            <p:spPr>
              <a:xfrm>
                <a:off x="749331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2" name="Google Shape;1882;p33"/>
              <p:cNvSpPr/>
              <p:nvPr/>
            </p:nvSpPr>
            <p:spPr>
              <a:xfrm>
                <a:off x="7677911"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3" name="Google Shape;1883;p33"/>
              <p:cNvSpPr/>
              <p:nvPr/>
            </p:nvSpPr>
            <p:spPr>
              <a:xfrm>
                <a:off x="566978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4" name="Google Shape;1884;p33"/>
              <p:cNvSpPr/>
              <p:nvPr/>
            </p:nvSpPr>
            <p:spPr>
              <a:xfrm>
                <a:off x="585438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5" name="Google Shape;1885;p33"/>
              <p:cNvSpPr/>
              <p:nvPr/>
            </p:nvSpPr>
            <p:spPr>
              <a:xfrm>
                <a:off x="603897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6" name="Google Shape;1886;p33"/>
              <p:cNvSpPr/>
              <p:nvPr/>
            </p:nvSpPr>
            <p:spPr>
              <a:xfrm>
                <a:off x="622350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7" name="Google Shape;1887;p33"/>
              <p:cNvSpPr/>
              <p:nvPr/>
            </p:nvSpPr>
            <p:spPr>
              <a:xfrm>
                <a:off x="640810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8" name="Google Shape;1888;p33"/>
              <p:cNvSpPr/>
              <p:nvPr/>
            </p:nvSpPr>
            <p:spPr>
              <a:xfrm>
                <a:off x="65926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9" name="Google Shape;1889;p33"/>
              <p:cNvSpPr/>
              <p:nvPr/>
            </p:nvSpPr>
            <p:spPr>
              <a:xfrm>
                <a:off x="5485193" y="525653"/>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0" name="Google Shape;1890;p33"/>
              <p:cNvSpPr/>
              <p:nvPr/>
            </p:nvSpPr>
            <p:spPr>
              <a:xfrm>
                <a:off x="5485193" y="145173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1" name="Google Shape;1891;p33"/>
              <p:cNvSpPr/>
              <p:nvPr/>
            </p:nvSpPr>
            <p:spPr>
              <a:xfrm>
                <a:off x="5485193" y="1636966"/>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2" name="Google Shape;1892;p33"/>
              <p:cNvSpPr/>
              <p:nvPr/>
            </p:nvSpPr>
            <p:spPr>
              <a:xfrm>
                <a:off x="5485193" y="126650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3" name="Google Shape;1893;p33"/>
              <p:cNvSpPr/>
              <p:nvPr/>
            </p:nvSpPr>
            <p:spPr>
              <a:xfrm>
                <a:off x="5485193" y="1081278"/>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4" name="Google Shape;1894;p33"/>
              <p:cNvSpPr/>
              <p:nvPr/>
            </p:nvSpPr>
            <p:spPr>
              <a:xfrm>
                <a:off x="5485193" y="89611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5" name="Google Shape;1895;p33"/>
              <p:cNvSpPr/>
              <p:nvPr/>
            </p:nvSpPr>
            <p:spPr>
              <a:xfrm>
                <a:off x="5485193" y="71088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96" name="Google Shape;1896;p33"/>
            <p:cNvSpPr/>
            <p:nvPr/>
          </p:nvSpPr>
          <p:spPr>
            <a:xfrm>
              <a:off x="2764500" y="3326025"/>
              <a:ext cx="1195167" cy="737592"/>
            </a:xfrm>
            <a:custGeom>
              <a:rect b="b" l="l" r="r" t="t"/>
              <a:pathLst>
                <a:path extrusionOk="0" h="555625" w="922909">
                  <a:moveTo>
                    <a:pt x="0" y="0"/>
                  </a:moveTo>
                  <a:lnTo>
                    <a:pt x="922909" y="0"/>
                  </a:lnTo>
                  <a:lnTo>
                    <a:pt x="922909" y="555625"/>
                  </a:lnTo>
                  <a:lnTo>
                    <a:pt x="0" y="555625"/>
                  </a:lnTo>
                  <a:close/>
                </a:path>
              </a:pathLst>
            </a:custGeom>
            <a:solidFill>
              <a:schemeClr val="accent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7" name="Google Shape;1897;p33"/>
            <p:cNvSpPr/>
            <p:nvPr/>
          </p:nvSpPr>
          <p:spPr>
            <a:xfrm>
              <a:off x="5406200" y="2831175"/>
              <a:ext cx="974139" cy="985252"/>
            </a:xfrm>
            <a:custGeom>
              <a:rect b="b" l="l" r="r" t="t"/>
              <a:pathLst>
                <a:path extrusionOk="0" h="740791" w="740790">
                  <a:moveTo>
                    <a:pt x="740791" y="370395"/>
                  </a:moveTo>
                  <a:cubicBezTo>
                    <a:pt x="740791" y="574959"/>
                    <a:pt x="574959" y="740791"/>
                    <a:pt x="370396" y="740791"/>
                  </a:cubicBezTo>
                  <a:cubicBezTo>
                    <a:pt x="165832" y="740791"/>
                    <a:pt x="0" y="574959"/>
                    <a:pt x="0" y="370395"/>
                  </a:cubicBezTo>
                  <a:cubicBezTo>
                    <a:pt x="0" y="165832"/>
                    <a:pt x="165832" y="0"/>
                    <a:pt x="370396" y="0"/>
                  </a:cubicBezTo>
                  <a:cubicBezTo>
                    <a:pt x="574959" y="0"/>
                    <a:pt x="740791" y="165832"/>
                    <a:pt x="740791" y="370395"/>
                  </a:cubicBezTo>
                  <a:close/>
                </a:path>
              </a:pathLst>
            </a:custGeom>
            <a:solidFill>
              <a:schemeClr val="accent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8" name="Google Shape;1898;p33"/>
            <p:cNvSpPr/>
            <p:nvPr/>
          </p:nvSpPr>
          <p:spPr>
            <a:xfrm>
              <a:off x="4203775" y="3816425"/>
              <a:ext cx="736446" cy="738062"/>
            </a:xfrm>
            <a:custGeom>
              <a:rect b="b" l="l" r="r" t="t"/>
              <a:pathLst>
                <a:path extrusionOk="0" h="581151" w="553719">
                  <a:moveTo>
                    <a:pt x="553720" y="581152"/>
                  </a:moveTo>
                  <a:lnTo>
                    <a:pt x="0" y="581152"/>
                  </a:lnTo>
                  <a:lnTo>
                    <a:pt x="0" y="0"/>
                  </a:lnTo>
                  <a:lnTo>
                    <a:pt x="553720" y="581152"/>
                  </a:lnTo>
                  <a:close/>
                </a:path>
              </a:pathLst>
            </a:custGeom>
            <a:solidFill>
              <a:schemeClr val="accent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grpSp>
        <p:nvGrpSpPr>
          <p:cNvPr id="1903" name="Google Shape;1903;p34"/>
          <p:cNvGrpSpPr/>
          <p:nvPr/>
        </p:nvGrpSpPr>
        <p:grpSpPr>
          <a:xfrm>
            <a:off x="7509125" y="1921038"/>
            <a:ext cx="1258500" cy="902350"/>
            <a:chOff x="6575700" y="2242475"/>
            <a:chExt cx="1258500" cy="902350"/>
          </a:xfrm>
        </p:grpSpPr>
        <p:sp>
          <p:nvSpPr>
            <p:cNvPr id="1904" name="Google Shape;1904;p34"/>
            <p:cNvSpPr/>
            <p:nvPr/>
          </p:nvSpPr>
          <p:spPr>
            <a:xfrm>
              <a:off x="6596750" y="2242475"/>
              <a:ext cx="411300" cy="816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5" name="Google Shape;1905;p34"/>
            <p:cNvSpPr/>
            <p:nvPr/>
          </p:nvSpPr>
          <p:spPr>
            <a:xfrm>
              <a:off x="6575700" y="2318025"/>
              <a:ext cx="1258500" cy="826800"/>
            </a:xfrm>
            <a:prstGeom prst="roundRect">
              <a:avLst>
                <a:gd fmla="val 5261"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06" name="Google Shape;1906;p34"/>
            <p:cNvCxnSpPr/>
            <p:nvPr/>
          </p:nvCxnSpPr>
          <p:spPr>
            <a:xfrm>
              <a:off x="6576540" y="3091250"/>
              <a:ext cx="1256700" cy="0"/>
            </a:xfrm>
            <a:prstGeom prst="straightConnector1">
              <a:avLst/>
            </a:prstGeom>
            <a:noFill/>
            <a:ln cap="flat" cmpd="sng" w="9525">
              <a:solidFill>
                <a:schemeClr val="accent4"/>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907" name="Google Shape;1907;p34"/>
          <p:cNvSpPr txBox="1"/>
          <p:nvPr/>
        </p:nvSpPr>
        <p:spPr>
          <a:xfrm>
            <a:off x="376375" y="2853163"/>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Introduction</a:t>
            </a:r>
            <a:endParaRPr sz="1200">
              <a:solidFill>
                <a:schemeClr val="dk1"/>
              </a:solidFill>
              <a:latin typeface="Lexend Light"/>
              <a:ea typeface="Lexend Light"/>
              <a:cs typeface="Lexend Light"/>
              <a:sym typeface="Lexend Light"/>
            </a:endParaRPr>
          </a:p>
        </p:txBody>
      </p:sp>
      <p:sp>
        <p:nvSpPr>
          <p:cNvPr id="1908" name="Google Shape;1908;p34"/>
          <p:cNvSpPr txBox="1"/>
          <p:nvPr/>
        </p:nvSpPr>
        <p:spPr>
          <a:xfrm>
            <a:off x="2753850" y="2853163"/>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Linux/Unix</a:t>
            </a:r>
            <a:endParaRPr sz="1200">
              <a:solidFill>
                <a:schemeClr val="dk1"/>
              </a:solidFill>
              <a:latin typeface="Lexend Light"/>
              <a:ea typeface="Lexend Light"/>
              <a:cs typeface="Lexend Light"/>
              <a:sym typeface="Lexend Light"/>
            </a:endParaRPr>
          </a:p>
        </p:txBody>
      </p:sp>
      <p:sp>
        <p:nvSpPr>
          <p:cNvPr id="1909" name="Google Shape;1909;p34"/>
          <p:cNvSpPr txBox="1"/>
          <p:nvPr/>
        </p:nvSpPr>
        <p:spPr>
          <a:xfrm>
            <a:off x="5129175" y="2853163"/>
            <a:ext cx="1258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Slurm and FIJI</a:t>
            </a:r>
            <a:endParaRPr sz="1200">
              <a:solidFill>
                <a:schemeClr val="dk1"/>
              </a:solidFill>
              <a:latin typeface="Lexend Light"/>
              <a:ea typeface="Lexend Light"/>
              <a:cs typeface="Lexend Light"/>
              <a:sym typeface="Lexend Light"/>
            </a:endParaRPr>
          </a:p>
        </p:txBody>
      </p:sp>
      <p:sp>
        <p:nvSpPr>
          <p:cNvPr id="1910" name="Google Shape;1910;p34"/>
          <p:cNvSpPr txBox="1"/>
          <p:nvPr/>
        </p:nvSpPr>
        <p:spPr>
          <a:xfrm>
            <a:off x="7509125" y="2853163"/>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Workshop</a:t>
            </a:r>
            <a:endParaRPr sz="1200">
              <a:solidFill>
                <a:schemeClr val="dk1"/>
              </a:solidFill>
              <a:latin typeface="Lexend Light"/>
              <a:ea typeface="Lexend Light"/>
              <a:cs typeface="Lexend Light"/>
              <a:sym typeface="Lexend Light"/>
            </a:endParaRPr>
          </a:p>
        </p:txBody>
      </p:sp>
      <p:grpSp>
        <p:nvGrpSpPr>
          <p:cNvPr id="1911" name="Google Shape;1911;p34"/>
          <p:cNvGrpSpPr/>
          <p:nvPr/>
        </p:nvGrpSpPr>
        <p:grpSpPr>
          <a:xfrm>
            <a:off x="376375" y="1921038"/>
            <a:ext cx="1258500" cy="902350"/>
            <a:chOff x="1209150" y="2242475"/>
            <a:chExt cx="1258500" cy="902350"/>
          </a:xfrm>
        </p:grpSpPr>
        <p:sp>
          <p:nvSpPr>
            <p:cNvPr id="1912" name="Google Shape;1912;p34"/>
            <p:cNvSpPr/>
            <p:nvPr/>
          </p:nvSpPr>
          <p:spPr>
            <a:xfrm>
              <a:off x="1230200" y="2242475"/>
              <a:ext cx="411300" cy="81600"/>
            </a:xfrm>
            <a:prstGeom prst="round2SameRect">
              <a:avLst>
                <a:gd fmla="val 5000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3" name="Google Shape;1913;p34"/>
            <p:cNvSpPr/>
            <p:nvPr/>
          </p:nvSpPr>
          <p:spPr>
            <a:xfrm>
              <a:off x="1209150" y="2318025"/>
              <a:ext cx="1258500" cy="826800"/>
            </a:xfrm>
            <a:prstGeom prst="roundRect">
              <a:avLst>
                <a:gd fmla="val 526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14" name="Google Shape;1914;p34"/>
            <p:cNvCxnSpPr/>
            <p:nvPr/>
          </p:nvCxnSpPr>
          <p:spPr>
            <a:xfrm>
              <a:off x="1209990" y="3091250"/>
              <a:ext cx="1256700" cy="0"/>
            </a:xfrm>
            <a:prstGeom prst="straightConnector1">
              <a:avLst/>
            </a:prstGeom>
            <a:noFill/>
            <a:ln cap="flat" cmpd="sng" w="9525">
              <a:solidFill>
                <a:schemeClr val="accent5"/>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915" name="Google Shape;1915;p34"/>
          <p:cNvGrpSpPr/>
          <p:nvPr/>
        </p:nvGrpSpPr>
        <p:grpSpPr>
          <a:xfrm>
            <a:off x="2753958" y="1921038"/>
            <a:ext cx="1258500" cy="902350"/>
            <a:chOff x="2998000" y="2242475"/>
            <a:chExt cx="1258500" cy="902350"/>
          </a:xfrm>
        </p:grpSpPr>
        <p:sp>
          <p:nvSpPr>
            <p:cNvPr id="1916" name="Google Shape;1916;p34"/>
            <p:cNvSpPr/>
            <p:nvPr/>
          </p:nvSpPr>
          <p:spPr>
            <a:xfrm>
              <a:off x="3019050" y="2242475"/>
              <a:ext cx="411300" cy="81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7" name="Google Shape;1917;p34"/>
            <p:cNvSpPr/>
            <p:nvPr/>
          </p:nvSpPr>
          <p:spPr>
            <a:xfrm>
              <a:off x="2998000" y="2318025"/>
              <a:ext cx="1258500" cy="826800"/>
            </a:xfrm>
            <a:prstGeom prst="roundRect">
              <a:avLst>
                <a:gd fmla="val 5261"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18" name="Google Shape;1918;p34"/>
            <p:cNvCxnSpPr/>
            <p:nvPr/>
          </p:nvCxnSpPr>
          <p:spPr>
            <a:xfrm>
              <a:off x="2998840" y="3091250"/>
              <a:ext cx="1256700" cy="0"/>
            </a:xfrm>
            <a:prstGeom prst="straightConnector1">
              <a:avLst/>
            </a:prstGeom>
            <a:noFill/>
            <a:ln cap="flat" cmpd="sng" w="9525">
              <a:solidFill>
                <a:schemeClr val="accent2"/>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919" name="Google Shape;1919;p34"/>
          <p:cNvGrpSpPr/>
          <p:nvPr/>
        </p:nvGrpSpPr>
        <p:grpSpPr>
          <a:xfrm>
            <a:off x="5131542" y="1921038"/>
            <a:ext cx="1258500" cy="902350"/>
            <a:chOff x="4786850" y="2242475"/>
            <a:chExt cx="1258500" cy="902350"/>
          </a:xfrm>
        </p:grpSpPr>
        <p:sp>
          <p:nvSpPr>
            <p:cNvPr id="1920" name="Google Shape;1920;p34"/>
            <p:cNvSpPr/>
            <p:nvPr/>
          </p:nvSpPr>
          <p:spPr>
            <a:xfrm>
              <a:off x="4807900" y="2242475"/>
              <a:ext cx="411300" cy="81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1" name="Google Shape;1921;p34"/>
            <p:cNvSpPr/>
            <p:nvPr/>
          </p:nvSpPr>
          <p:spPr>
            <a:xfrm>
              <a:off x="4786850" y="2318025"/>
              <a:ext cx="1258500" cy="826800"/>
            </a:xfrm>
            <a:prstGeom prst="roundRect">
              <a:avLst>
                <a:gd fmla="val 5261"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22" name="Google Shape;1922;p34"/>
            <p:cNvCxnSpPr/>
            <p:nvPr/>
          </p:nvCxnSpPr>
          <p:spPr>
            <a:xfrm>
              <a:off x="4787690" y="3091250"/>
              <a:ext cx="1256700" cy="0"/>
            </a:xfrm>
            <a:prstGeom prst="straightConnector1">
              <a:avLst/>
            </a:prstGeom>
            <a:noFill/>
            <a:ln cap="flat" cmpd="sng" w="9525">
              <a:solidFill>
                <a:schemeClr val="accent3"/>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923" name="Google Shape;1923;p34"/>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1924" name="Google Shape;1924;p34"/>
          <p:cNvSpPr txBox="1"/>
          <p:nvPr>
            <p:ph idx="3"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8" name="Shape 1928"/>
        <p:cNvGrpSpPr/>
        <p:nvPr/>
      </p:nvGrpSpPr>
      <p:grpSpPr>
        <a:xfrm>
          <a:off x="0" y="0"/>
          <a:ext cx="0" cy="0"/>
          <a:chOff x="0" y="0"/>
          <a:chExt cx="0" cy="0"/>
        </a:xfrm>
      </p:grpSpPr>
      <p:grpSp>
        <p:nvGrpSpPr>
          <p:cNvPr id="1929" name="Google Shape;1929;p35"/>
          <p:cNvGrpSpPr/>
          <p:nvPr/>
        </p:nvGrpSpPr>
        <p:grpSpPr>
          <a:xfrm>
            <a:off x="2903448" y="486841"/>
            <a:ext cx="3736197" cy="1014987"/>
            <a:chOff x="3055725" y="715438"/>
            <a:chExt cx="3313407" cy="1014987"/>
          </a:xfrm>
        </p:grpSpPr>
        <p:grpSp>
          <p:nvGrpSpPr>
            <p:cNvPr id="1930" name="Google Shape;1930;p35"/>
            <p:cNvGrpSpPr/>
            <p:nvPr/>
          </p:nvGrpSpPr>
          <p:grpSpPr>
            <a:xfrm>
              <a:off x="3055725" y="715438"/>
              <a:ext cx="3103050" cy="786500"/>
              <a:chOff x="3007925" y="673613"/>
              <a:chExt cx="3103050" cy="786500"/>
            </a:xfrm>
          </p:grpSpPr>
          <p:sp>
            <p:nvSpPr>
              <p:cNvPr id="1931" name="Google Shape;1931;p35"/>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32" name="Google Shape;1932;p35"/>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3" name="Google Shape;1933;p35"/>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4" name="Google Shape;1934;p35"/>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5" name="Google Shape;1935;p35"/>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1936" name="Google Shape;1936;p35"/>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1937" name="Google Shape;1937;p35"/>
          <p:cNvSpPr txBox="1"/>
          <p:nvPr>
            <p:ph type="title"/>
          </p:nvPr>
        </p:nvSpPr>
        <p:spPr>
          <a:xfrm>
            <a:off x="209775" y="54477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Learning </a:t>
            </a:r>
            <a:r>
              <a:rPr lang="en">
                <a:solidFill>
                  <a:schemeClr val="lt1"/>
                </a:solidFill>
              </a:rPr>
              <a:t>Objectives</a:t>
            </a:r>
            <a:endParaRPr>
              <a:solidFill>
                <a:schemeClr val="lt1"/>
              </a:solidFill>
            </a:endParaRPr>
          </a:p>
        </p:txBody>
      </p:sp>
      <p:sp>
        <p:nvSpPr>
          <p:cNvPr id="1938" name="Google Shape;1938;p35"/>
          <p:cNvSpPr/>
          <p:nvPr/>
        </p:nvSpPr>
        <p:spPr>
          <a:xfrm>
            <a:off x="5132350" y="2319600"/>
            <a:ext cx="34374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39" name="Google Shape;1939;p35"/>
          <p:cNvGrpSpPr/>
          <p:nvPr/>
        </p:nvGrpSpPr>
        <p:grpSpPr>
          <a:xfrm>
            <a:off x="5202525" y="2420932"/>
            <a:ext cx="277873" cy="68400"/>
            <a:chOff x="5202525" y="2420932"/>
            <a:chExt cx="277873" cy="68400"/>
          </a:xfrm>
        </p:grpSpPr>
        <p:sp>
          <p:nvSpPr>
            <p:cNvPr id="1940" name="Google Shape;1940;p35"/>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1" name="Google Shape;1941;p35"/>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2" name="Google Shape;1942;p35"/>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43" name="Google Shape;1943;p35"/>
          <p:cNvSpPr/>
          <p:nvPr/>
        </p:nvSpPr>
        <p:spPr>
          <a:xfrm>
            <a:off x="341525" y="2319599"/>
            <a:ext cx="4059600" cy="2131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44" name="Google Shape;1944;p35"/>
          <p:cNvGrpSpPr/>
          <p:nvPr/>
        </p:nvGrpSpPr>
        <p:grpSpPr>
          <a:xfrm>
            <a:off x="411700" y="2420932"/>
            <a:ext cx="277873" cy="68400"/>
            <a:chOff x="411700" y="2420932"/>
            <a:chExt cx="277873" cy="68400"/>
          </a:xfrm>
        </p:grpSpPr>
        <p:sp>
          <p:nvSpPr>
            <p:cNvPr id="1945" name="Google Shape;1945;p35"/>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6" name="Google Shape;1946;p35"/>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7" name="Google Shape;1947;p35"/>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48" name="Google Shape;1948;p35"/>
          <p:cNvSpPr/>
          <p:nvPr/>
        </p:nvSpPr>
        <p:spPr>
          <a:xfrm>
            <a:off x="341528" y="1539755"/>
            <a:ext cx="1953600" cy="6303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Lexend"/>
                <a:ea typeface="Lexend"/>
                <a:cs typeface="Lexend"/>
                <a:sym typeface="Lexend"/>
              </a:rPr>
              <a:t>Introduction</a:t>
            </a:r>
            <a:endParaRPr sz="2000">
              <a:solidFill>
                <a:schemeClr val="dk1"/>
              </a:solidFill>
              <a:latin typeface="Lexend"/>
              <a:ea typeface="Lexend"/>
              <a:cs typeface="Lexend"/>
              <a:sym typeface="Lexend"/>
            </a:endParaRPr>
          </a:p>
        </p:txBody>
      </p:sp>
      <p:grpSp>
        <p:nvGrpSpPr>
          <p:cNvPr id="1949" name="Google Shape;1949;p35"/>
          <p:cNvGrpSpPr/>
          <p:nvPr/>
        </p:nvGrpSpPr>
        <p:grpSpPr>
          <a:xfrm>
            <a:off x="7128773" y="3626769"/>
            <a:ext cx="946911" cy="966699"/>
            <a:chOff x="2725798" y="3590032"/>
            <a:chExt cx="946911" cy="966699"/>
          </a:xfrm>
        </p:grpSpPr>
        <p:grpSp>
          <p:nvGrpSpPr>
            <p:cNvPr id="1950" name="Google Shape;1950;p35"/>
            <p:cNvGrpSpPr/>
            <p:nvPr/>
          </p:nvGrpSpPr>
          <p:grpSpPr>
            <a:xfrm>
              <a:off x="2725798" y="3590032"/>
              <a:ext cx="946911" cy="966699"/>
              <a:chOff x="2040572" y="340487"/>
              <a:chExt cx="1276160" cy="1302829"/>
            </a:xfrm>
          </p:grpSpPr>
          <p:grpSp>
            <p:nvGrpSpPr>
              <p:cNvPr id="1951" name="Google Shape;1951;p35"/>
              <p:cNvGrpSpPr/>
              <p:nvPr/>
            </p:nvGrpSpPr>
            <p:grpSpPr>
              <a:xfrm>
                <a:off x="2040572" y="340487"/>
                <a:ext cx="1276160" cy="1302829"/>
                <a:chOff x="2040572" y="340487"/>
                <a:chExt cx="1276160" cy="1302829"/>
              </a:xfrm>
            </p:grpSpPr>
            <p:sp>
              <p:nvSpPr>
                <p:cNvPr id="1952" name="Google Shape;1952;p35"/>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3" name="Google Shape;1953;p35"/>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4" name="Google Shape;1954;p35"/>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5" name="Google Shape;1955;p35"/>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6" name="Google Shape;1956;p35"/>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7" name="Google Shape;1957;p35"/>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8" name="Google Shape;1958;p35"/>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9" name="Google Shape;1959;p35"/>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0" name="Google Shape;1960;p35"/>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1" name="Google Shape;1961;p35"/>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2" name="Google Shape;1962;p35"/>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3" name="Google Shape;1963;p35"/>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4" name="Google Shape;1964;p35"/>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5" name="Google Shape;1965;p35"/>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6" name="Google Shape;1966;p35"/>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7" name="Google Shape;1967;p35"/>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968" name="Google Shape;1968;p35"/>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969" name="Google Shape;1969;p35"/>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grpSp>
      <p:sp>
        <p:nvSpPr>
          <p:cNvPr id="1970" name="Google Shape;1970;p35"/>
          <p:cNvSpPr txBox="1"/>
          <p:nvPr>
            <p:ph idx="4" type="subTitle"/>
          </p:nvPr>
        </p:nvSpPr>
        <p:spPr>
          <a:xfrm>
            <a:off x="516425" y="2548200"/>
            <a:ext cx="3736200" cy="1847100"/>
          </a:xfrm>
          <a:prstGeom prst="rect">
            <a:avLst/>
          </a:prstGeom>
        </p:spPr>
        <p:txBody>
          <a:bodyPr anchorCtr="0" anchor="t" bIns="91425" lIns="91425" spcFirstLastPara="1" rIns="91425" wrap="square" tIns="91425">
            <a:spAutoFit/>
          </a:bodyPr>
          <a:lstStyle/>
          <a:p>
            <a:pPr indent="-285750" lvl="0" marL="457200" rtl="0" algn="l">
              <a:spcBef>
                <a:spcPts val="0"/>
              </a:spcBef>
              <a:spcAft>
                <a:spcPts val="0"/>
              </a:spcAft>
              <a:buSzPts val="900"/>
              <a:buFont typeface="Lexend SemiBold"/>
              <a:buChar char="●"/>
            </a:pPr>
            <a:r>
              <a:rPr lang="en" sz="900"/>
              <a:t>Understand the basics of Linux/UNIX command line</a:t>
            </a:r>
            <a:br>
              <a:rPr lang="en" sz="900"/>
            </a:br>
            <a:endParaRPr sz="900"/>
          </a:p>
          <a:p>
            <a:pPr indent="-285750" lvl="0" marL="457200" rtl="0" algn="l">
              <a:spcBef>
                <a:spcPts val="0"/>
              </a:spcBef>
              <a:spcAft>
                <a:spcPts val="0"/>
              </a:spcAft>
              <a:buSzPts val="900"/>
              <a:buFont typeface="Lexend SemiBold"/>
              <a:buChar char="●"/>
            </a:pPr>
            <a:r>
              <a:rPr lang="en" sz="900"/>
              <a:t>Learn key commands for navigation and file management</a:t>
            </a:r>
            <a:br>
              <a:rPr lang="en" sz="900"/>
            </a:br>
            <a:endParaRPr sz="900"/>
          </a:p>
          <a:p>
            <a:pPr indent="-285750" lvl="0" marL="457200" rtl="0" algn="l">
              <a:spcBef>
                <a:spcPts val="0"/>
              </a:spcBef>
              <a:spcAft>
                <a:spcPts val="0"/>
              </a:spcAft>
              <a:buSzPts val="900"/>
              <a:buFont typeface="Lexend SemiBold"/>
              <a:buChar char="●"/>
            </a:pPr>
            <a:r>
              <a:rPr lang="en" sz="900"/>
              <a:t>Understand the structure and capabilities of CU Boulder’s FIJI supercomputing cluster</a:t>
            </a:r>
            <a:br>
              <a:rPr lang="en" sz="900"/>
            </a:br>
            <a:endParaRPr sz="900"/>
          </a:p>
          <a:p>
            <a:pPr indent="-285750" lvl="0" marL="457200" rtl="0" algn="l">
              <a:spcBef>
                <a:spcPts val="0"/>
              </a:spcBef>
              <a:spcAft>
                <a:spcPts val="0"/>
              </a:spcAft>
              <a:buSzPts val="900"/>
              <a:buFont typeface="Lexend SemiBold"/>
              <a:buChar char="●"/>
            </a:pPr>
            <a:r>
              <a:rPr lang="en" sz="900"/>
              <a:t>Learn how to run jobs on FIJI (SLURM, job scripts, modules)</a:t>
            </a:r>
            <a:br>
              <a:rPr lang="en" sz="900"/>
            </a:br>
            <a:endParaRPr sz="900"/>
          </a:p>
          <a:p>
            <a:pPr indent="-285750" lvl="0" marL="457200" rtl="0" algn="l">
              <a:spcBef>
                <a:spcPts val="0"/>
              </a:spcBef>
              <a:spcAft>
                <a:spcPts val="0"/>
              </a:spcAft>
              <a:buSzPts val="900"/>
              <a:buFont typeface="Lexend SemiBold"/>
              <a:buChar char="●"/>
            </a:pPr>
            <a:r>
              <a:rPr lang="en" sz="900"/>
              <a:t>Access resources for continued learning</a:t>
            </a:r>
            <a:endParaRPr sz="900">
              <a:latin typeface="Lexend SemiBold"/>
              <a:ea typeface="Lexend SemiBold"/>
              <a:cs typeface="Lexend SemiBold"/>
              <a:sym typeface="Lexend SemiBold"/>
            </a:endParaRPr>
          </a:p>
        </p:txBody>
      </p:sp>
      <p:grpSp>
        <p:nvGrpSpPr>
          <p:cNvPr id="1971" name="Google Shape;1971;p35"/>
          <p:cNvGrpSpPr/>
          <p:nvPr/>
        </p:nvGrpSpPr>
        <p:grpSpPr>
          <a:xfrm>
            <a:off x="6383222" y="3139193"/>
            <a:ext cx="946911" cy="966699"/>
            <a:chOff x="1438774" y="3590059"/>
            <a:chExt cx="946911" cy="966699"/>
          </a:xfrm>
        </p:grpSpPr>
        <p:grpSp>
          <p:nvGrpSpPr>
            <p:cNvPr id="1972" name="Google Shape;1972;p35"/>
            <p:cNvGrpSpPr/>
            <p:nvPr/>
          </p:nvGrpSpPr>
          <p:grpSpPr>
            <a:xfrm>
              <a:off x="1438774" y="3590059"/>
              <a:ext cx="946911" cy="966699"/>
              <a:chOff x="3707828" y="340487"/>
              <a:chExt cx="1276160" cy="1302829"/>
            </a:xfrm>
          </p:grpSpPr>
          <p:grpSp>
            <p:nvGrpSpPr>
              <p:cNvPr id="1973" name="Google Shape;1973;p35"/>
              <p:cNvGrpSpPr/>
              <p:nvPr/>
            </p:nvGrpSpPr>
            <p:grpSpPr>
              <a:xfrm>
                <a:off x="3707828" y="340487"/>
                <a:ext cx="1276160" cy="1302829"/>
                <a:chOff x="3707828" y="340487"/>
                <a:chExt cx="1276160" cy="1302829"/>
              </a:xfrm>
            </p:grpSpPr>
            <p:sp>
              <p:nvSpPr>
                <p:cNvPr id="1974" name="Google Shape;1974;p35"/>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5" name="Google Shape;1975;p35"/>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6" name="Google Shape;1976;p35"/>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7" name="Google Shape;1977;p35"/>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8" name="Google Shape;1978;p35"/>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9" name="Google Shape;1979;p35"/>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0" name="Google Shape;1980;p35"/>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1" name="Google Shape;1981;p35"/>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2" name="Google Shape;1982;p35"/>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3" name="Google Shape;1983;p35"/>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4" name="Google Shape;1984;p35"/>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5" name="Google Shape;1985;p35"/>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6" name="Google Shape;1986;p35"/>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7" name="Google Shape;1987;p35"/>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8" name="Google Shape;1988;p35"/>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9" name="Google Shape;1989;p35"/>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990" name="Google Shape;1990;p35"/>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1991" name="Google Shape;1991;p35"/>
            <p:cNvGrpSpPr/>
            <p:nvPr/>
          </p:nvGrpSpPr>
          <p:grpSpPr>
            <a:xfrm>
              <a:off x="1712541" y="3729479"/>
              <a:ext cx="497389" cy="685349"/>
              <a:chOff x="1712541" y="3729479"/>
              <a:chExt cx="497389" cy="685349"/>
            </a:xfrm>
          </p:grpSpPr>
          <p:sp>
            <p:nvSpPr>
              <p:cNvPr id="1992" name="Google Shape;1992;p35"/>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1993" name="Google Shape;1993;p35"/>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94" name="Google Shape;1994;p35"/>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95" name="Google Shape;1995;p35"/>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grpSp>
        <p:nvGrpSpPr>
          <p:cNvPr id="1996" name="Google Shape;1996;p35"/>
          <p:cNvGrpSpPr/>
          <p:nvPr/>
        </p:nvGrpSpPr>
        <p:grpSpPr>
          <a:xfrm>
            <a:off x="5626420" y="2656042"/>
            <a:ext cx="946911" cy="966699"/>
            <a:chOff x="151447" y="3590017"/>
            <a:chExt cx="946911" cy="966699"/>
          </a:xfrm>
        </p:grpSpPr>
        <p:grpSp>
          <p:nvGrpSpPr>
            <p:cNvPr id="1997" name="Google Shape;1997;p35"/>
            <p:cNvGrpSpPr/>
            <p:nvPr/>
          </p:nvGrpSpPr>
          <p:grpSpPr>
            <a:xfrm>
              <a:off x="151447" y="3590017"/>
              <a:ext cx="946911" cy="966699"/>
              <a:chOff x="373316" y="340487"/>
              <a:chExt cx="1276160" cy="1302829"/>
            </a:xfrm>
          </p:grpSpPr>
          <p:sp>
            <p:nvSpPr>
              <p:cNvPr id="1998" name="Google Shape;1998;p35"/>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99" name="Google Shape;1999;p35"/>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0" name="Google Shape;2000;p35"/>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1" name="Google Shape;2001;p35"/>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2" name="Google Shape;2002;p35"/>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3" name="Google Shape;2003;p35"/>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4" name="Google Shape;2004;p35"/>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5" name="Google Shape;2005;p35"/>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6" name="Google Shape;2006;p35"/>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7" name="Google Shape;2007;p35"/>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8" name="Google Shape;2008;p35"/>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9" name="Google Shape;2009;p35"/>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0" name="Google Shape;2010;p35"/>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1" name="Google Shape;2011;p35"/>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2" name="Google Shape;2012;p35"/>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3" name="Google Shape;2013;p35"/>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014" name="Google Shape;2014;p35"/>
            <p:cNvGrpSpPr/>
            <p:nvPr/>
          </p:nvGrpSpPr>
          <p:grpSpPr>
            <a:xfrm>
              <a:off x="288463" y="3729601"/>
              <a:ext cx="685212" cy="687570"/>
              <a:chOff x="288463" y="3729601"/>
              <a:chExt cx="685212" cy="687570"/>
            </a:xfrm>
          </p:grpSpPr>
          <p:sp>
            <p:nvSpPr>
              <p:cNvPr id="2015" name="Google Shape;2015;p35"/>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016" name="Google Shape;2016;p35"/>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7" name="Google Shape;2017;p35"/>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sp>
        <p:nvSpPr>
          <p:cNvPr id="2018" name="Google Shape;2018;p35"/>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019" name="Google Shape;2019;p35"/>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3" name="Shape 2023"/>
        <p:cNvGrpSpPr/>
        <p:nvPr/>
      </p:nvGrpSpPr>
      <p:grpSpPr>
        <a:xfrm>
          <a:off x="0" y="0"/>
          <a:ext cx="0" cy="0"/>
          <a:chOff x="0" y="0"/>
          <a:chExt cx="0" cy="0"/>
        </a:xfrm>
      </p:grpSpPr>
      <p:grpSp>
        <p:nvGrpSpPr>
          <p:cNvPr id="2024" name="Google Shape;2024;p36"/>
          <p:cNvGrpSpPr/>
          <p:nvPr/>
        </p:nvGrpSpPr>
        <p:grpSpPr>
          <a:xfrm>
            <a:off x="3268659" y="462084"/>
            <a:ext cx="1785264" cy="1014987"/>
            <a:chOff x="3055725" y="715438"/>
            <a:chExt cx="3313407" cy="1014987"/>
          </a:xfrm>
        </p:grpSpPr>
        <p:grpSp>
          <p:nvGrpSpPr>
            <p:cNvPr id="2025" name="Google Shape;2025;p36"/>
            <p:cNvGrpSpPr/>
            <p:nvPr/>
          </p:nvGrpSpPr>
          <p:grpSpPr>
            <a:xfrm>
              <a:off x="3055725" y="715438"/>
              <a:ext cx="3103050" cy="786500"/>
              <a:chOff x="3007925" y="673613"/>
              <a:chExt cx="3103050" cy="786500"/>
            </a:xfrm>
          </p:grpSpPr>
          <p:sp>
            <p:nvSpPr>
              <p:cNvPr id="2026" name="Google Shape;2026;p36"/>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27" name="Google Shape;2027;p36"/>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8" name="Google Shape;2028;p36"/>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9" name="Google Shape;2029;p36"/>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0" name="Google Shape;2030;p36"/>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031" name="Google Shape;2031;p36"/>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032" name="Google Shape;2032;p36"/>
          <p:cNvSpPr txBox="1"/>
          <p:nvPr>
            <p:ph type="title"/>
          </p:nvPr>
        </p:nvSpPr>
        <p:spPr>
          <a:xfrm>
            <a:off x="209775" y="54477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Download </a:t>
            </a:r>
            <a:r>
              <a:rPr lang="en">
                <a:solidFill>
                  <a:schemeClr val="lt1"/>
                </a:solidFill>
              </a:rPr>
              <a:t>VPN</a:t>
            </a:r>
            <a:endParaRPr>
              <a:solidFill>
                <a:schemeClr val="lt1"/>
              </a:solidFill>
            </a:endParaRPr>
          </a:p>
        </p:txBody>
      </p:sp>
      <p:sp>
        <p:nvSpPr>
          <p:cNvPr id="2033" name="Google Shape;2033;p36"/>
          <p:cNvSpPr/>
          <p:nvPr/>
        </p:nvSpPr>
        <p:spPr>
          <a:xfrm>
            <a:off x="5132350" y="2319600"/>
            <a:ext cx="34374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34" name="Google Shape;2034;p36"/>
          <p:cNvGrpSpPr/>
          <p:nvPr/>
        </p:nvGrpSpPr>
        <p:grpSpPr>
          <a:xfrm>
            <a:off x="5202525" y="2420932"/>
            <a:ext cx="277873" cy="68400"/>
            <a:chOff x="5202525" y="2420932"/>
            <a:chExt cx="277873" cy="68400"/>
          </a:xfrm>
        </p:grpSpPr>
        <p:sp>
          <p:nvSpPr>
            <p:cNvPr id="2035" name="Google Shape;2035;p36"/>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6" name="Google Shape;2036;p36"/>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7" name="Google Shape;2037;p36"/>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38" name="Google Shape;2038;p36"/>
          <p:cNvSpPr/>
          <p:nvPr/>
        </p:nvSpPr>
        <p:spPr>
          <a:xfrm>
            <a:off x="341525" y="2319599"/>
            <a:ext cx="4059600" cy="2131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39" name="Google Shape;2039;p36"/>
          <p:cNvGrpSpPr/>
          <p:nvPr/>
        </p:nvGrpSpPr>
        <p:grpSpPr>
          <a:xfrm>
            <a:off x="411700" y="2420932"/>
            <a:ext cx="277873" cy="68400"/>
            <a:chOff x="411700" y="2420932"/>
            <a:chExt cx="277873" cy="68400"/>
          </a:xfrm>
        </p:grpSpPr>
        <p:sp>
          <p:nvSpPr>
            <p:cNvPr id="2040" name="Google Shape;2040;p36"/>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1" name="Google Shape;2041;p36"/>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2" name="Google Shape;2042;p36"/>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43" name="Google Shape;2043;p36"/>
          <p:cNvSpPr/>
          <p:nvPr/>
        </p:nvSpPr>
        <p:spPr>
          <a:xfrm>
            <a:off x="341528" y="1539755"/>
            <a:ext cx="1953600" cy="6303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Lexend"/>
                <a:ea typeface="Lexend"/>
                <a:cs typeface="Lexend"/>
                <a:sym typeface="Lexend"/>
              </a:rPr>
              <a:t>Introduction</a:t>
            </a:r>
            <a:endParaRPr sz="2000">
              <a:solidFill>
                <a:schemeClr val="dk1"/>
              </a:solidFill>
              <a:latin typeface="Lexend"/>
              <a:ea typeface="Lexend"/>
              <a:cs typeface="Lexend"/>
              <a:sym typeface="Lexend"/>
            </a:endParaRPr>
          </a:p>
        </p:txBody>
      </p:sp>
      <p:sp>
        <p:nvSpPr>
          <p:cNvPr id="2044" name="Google Shape;2044;p36"/>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045" name="Google Shape;2045;p36"/>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046" name="Google Shape;2046;p36"/>
          <p:cNvSpPr txBox="1"/>
          <p:nvPr>
            <p:ph idx="4" type="subTitle"/>
          </p:nvPr>
        </p:nvSpPr>
        <p:spPr>
          <a:xfrm>
            <a:off x="516425" y="2548200"/>
            <a:ext cx="3736200" cy="16623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Font typeface="Lexend SemiBold"/>
              <a:buChar char="●"/>
            </a:pPr>
            <a:r>
              <a:rPr lang="en"/>
              <a:t>To access FIJI when not using CU Boulder Campus wifi, you must connect to Boulder’s VPN</a:t>
            </a:r>
            <a:endParaRPr/>
          </a:p>
          <a:p>
            <a:pPr indent="-304800" lvl="0" marL="457200" rtl="0" algn="l">
              <a:spcBef>
                <a:spcPts val="0"/>
              </a:spcBef>
              <a:spcAft>
                <a:spcPts val="0"/>
              </a:spcAft>
              <a:buSzPts val="1200"/>
              <a:buChar char="●"/>
            </a:pPr>
            <a:r>
              <a:rPr lang="en"/>
              <a:t>Cisco Secure Client (VPN): </a:t>
            </a:r>
            <a:endParaRPr/>
          </a:p>
          <a:p>
            <a:pPr indent="-304800" lvl="1" marL="914400" rtl="0" algn="l">
              <a:spcBef>
                <a:spcPts val="0"/>
              </a:spcBef>
              <a:spcAft>
                <a:spcPts val="0"/>
              </a:spcAft>
              <a:buSzPts val="1200"/>
              <a:buChar char="○"/>
            </a:pPr>
            <a:r>
              <a:rPr lang="en" sz="1200" u="sng">
                <a:solidFill>
                  <a:schemeClr val="accent5"/>
                </a:solidFill>
                <a:hlinkClick r:id="rId3">
                  <a:extLst>
                    <a:ext uri="{A12FA001-AC4F-418D-AE19-62706E023703}">
                      <ahyp:hlinkClr val="tx"/>
                    </a:ext>
                  </a:extLst>
                </a:hlinkClick>
              </a:rPr>
              <a:t>oit.colorado.edu/services/network-internet-services/vpn</a:t>
            </a:r>
            <a:endParaRPr sz="1200"/>
          </a:p>
          <a:p>
            <a:pPr indent="-304800" lvl="0" marL="457200" rtl="0" algn="l">
              <a:spcBef>
                <a:spcPts val="0"/>
              </a:spcBef>
              <a:spcAft>
                <a:spcPts val="0"/>
              </a:spcAft>
              <a:buSzPts val="1200"/>
              <a:buChar char="●"/>
            </a:pPr>
            <a:r>
              <a:rPr lang="en"/>
              <a:t>Tutorial:</a:t>
            </a:r>
            <a:endParaRPr/>
          </a:p>
          <a:p>
            <a:pPr indent="-304800" lvl="1" marL="914400" rtl="0" algn="l">
              <a:spcBef>
                <a:spcPts val="0"/>
              </a:spcBef>
              <a:spcAft>
                <a:spcPts val="0"/>
              </a:spcAft>
              <a:buSzPts val="1200"/>
              <a:buChar char="○"/>
            </a:pPr>
            <a:r>
              <a:rPr lang="en" sz="1200" u="sng">
                <a:solidFill>
                  <a:schemeClr val="hlink"/>
                </a:solidFill>
                <a:hlinkClick r:id="rId4"/>
              </a:rPr>
              <a:t>Accessing FIJI</a:t>
            </a:r>
            <a:endParaRPr sz="1200"/>
          </a:p>
        </p:txBody>
      </p:sp>
      <p:pic>
        <p:nvPicPr>
          <p:cNvPr descr="Using VPN provides a secure encrypted connection from your computer to the CU Boulder network whether you are on campus or off. This video will show you to install  Cisco AnyConnect VPN and connect to CU Boulder’s network. For more instructions and download files, visit https://oit.colorado.edu/vpn" id="2047" name="Google Shape;2047;p36" title="How to Use VPN">
            <a:hlinkClick r:id="rId5"/>
          </p:cNvPr>
          <p:cNvPicPr preferRelativeResize="0"/>
          <p:nvPr/>
        </p:nvPicPr>
        <p:blipFill>
          <a:blip r:embed="rId6">
            <a:alphaModFix/>
          </a:blip>
          <a:stretch>
            <a:fillRect/>
          </a:stretch>
        </p:blipFill>
        <p:spPr>
          <a:xfrm>
            <a:off x="5327050" y="27675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7"/>
                                        </p:tgtEl>
                                        <p:attrNameLst>
                                          <p:attrName>style.visibility</p:attrName>
                                        </p:attrNameLst>
                                      </p:cBhvr>
                                      <p:to>
                                        <p:strVal val="visible"/>
                                      </p:to>
                                    </p:set>
                                    <p:animEffect filter="fade" transition="in">
                                      <p:cBhvr>
                                        <p:cTn dur="1000"/>
                                        <p:tgtEl>
                                          <p:spTgt spid="20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grpSp>
        <p:nvGrpSpPr>
          <p:cNvPr id="2052" name="Google Shape;2052;p37"/>
          <p:cNvGrpSpPr/>
          <p:nvPr/>
        </p:nvGrpSpPr>
        <p:grpSpPr>
          <a:xfrm>
            <a:off x="3541784" y="462084"/>
            <a:ext cx="1785264" cy="1014987"/>
            <a:chOff x="3055725" y="715438"/>
            <a:chExt cx="3313407" cy="1014987"/>
          </a:xfrm>
        </p:grpSpPr>
        <p:grpSp>
          <p:nvGrpSpPr>
            <p:cNvPr id="2053" name="Google Shape;2053;p37"/>
            <p:cNvGrpSpPr/>
            <p:nvPr/>
          </p:nvGrpSpPr>
          <p:grpSpPr>
            <a:xfrm>
              <a:off x="3055725" y="715438"/>
              <a:ext cx="3103050" cy="786500"/>
              <a:chOff x="3007925" y="673613"/>
              <a:chExt cx="3103050" cy="786500"/>
            </a:xfrm>
          </p:grpSpPr>
          <p:sp>
            <p:nvSpPr>
              <p:cNvPr id="2054" name="Google Shape;2054;p37"/>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55" name="Google Shape;2055;p37"/>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6" name="Google Shape;2056;p37"/>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7" name="Google Shape;2057;p37"/>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8" name="Google Shape;2058;p37"/>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059" name="Google Shape;2059;p37"/>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060" name="Google Shape;2060;p37"/>
          <p:cNvSpPr txBox="1"/>
          <p:nvPr>
            <p:ph type="title"/>
          </p:nvPr>
        </p:nvSpPr>
        <p:spPr>
          <a:xfrm>
            <a:off x="209775" y="54477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Connect to </a:t>
            </a:r>
            <a:r>
              <a:rPr lang="en">
                <a:solidFill>
                  <a:schemeClr val="lt1"/>
                </a:solidFill>
              </a:rPr>
              <a:t>FIJI</a:t>
            </a:r>
            <a:endParaRPr>
              <a:solidFill>
                <a:schemeClr val="lt1"/>
              </a:solidFill>
            </a:endParaRPr>
          </a:p>
        </p:txBody>
      </p:sp>
      <p:sp>
        <p:nvSpPr>
          <p:cNvPr id="2061" name="Google Shape;2061;p37"/>
          <p:cNvSpPr/>
          <p:nvPr/>
        </p:nvSpPr>
        <p:spPr>
          <a:xfrm>
            <a:off x="5524700" y="1485900"/>
            <a:ext cx="2871900" cy="34440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62" name="Google Shape;2062;p37"/>
          <p:cNvGrpSpPr/>
          <p:nvPr/>
        </p:nvGrpSpPr>
        <p:grpSpPr>
          <a:xfrm>
            <a:off x="5647550" y="1591457"/>
            <a:ext cx="277873" cy="68400"/>
            <a:chOff x="5202525" y="2420932"/>
            <a:chExt cx="277873" cy="68400"/>
          </a:xfrm>
        </p:grpSpPr>
        <p:sp>
          <p:nvSpPr>
            <p:cNvPr id="2063" name="Google Shape;2063;p37"/>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4" name="Google Shape;2064;p37"/>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5" name="Google Shape;2065;p37"/>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66" name="Google Shape;2066;p37"/>
          <p:cNvSpPr/>
          <p:nvPr/>
        </p:nvSpPr>
        <p:spPr>
          <a:xfrm>
            <a:off x="341525" y="2319600"/>
            <a:ext cx="5057100" cy="2131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67" name="Google Shape;2067;p37"/>
          <p:cNvGrpSpPr/>
          <p:nvPr/>
        </p:nvGrpSpPr>
        <p:grpSpPr>
          <a:xfrm>
            <a:off x="411700" y="2420932"/>
            <a:ext cx="277873" cy="68400"/>
            <a:chOff x="411700" y="2420932"/>
            <a:chExt cx="277873" cy="68400"/>
          </a:xfrm>
        </p:grpSpPr>
        <p:sp>
          <p:nvSpPr>
            <p:cNvPr id="2068" name="Google Shape;2068;p37"/>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9" name="Google Shape;2069;p37"/>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0" name="Google Shape;2070;p37"/>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71" name="Google Shape;2071;p37"/>
          <p:cNvSpPr/>
          <p:nvPr/>
        </p:nvSpPr>
        <p:spPr>
          <a:xfrm>
            <a:off x="341528" y="1539755"/>
            <a:ext cx="1953600" cy="6303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Lexend"/>
                <a:ea typeface="Lexend"/>
                <a:cs typeface="Lexend"/>
                <a:sym typeface="Lexend"/>
              </a:rPr>
              <a:t>Introduction</a:t>
            </a:r>
            <a:endParaRPr sz="2000">
              <a:solidFill>
                <a:schemeClr val="dk1"/>
              </a:solidFill>
              <a:latin typeface="Lexend"/>
              <a:ea typeface="Lexend"/>
              <a:cs typeface="Lexend"/>
              <a:sym typeface="Lexend"/>
            </a:endParaRPr>
          </a:p>
        </p:txBody>
      </p:sp>
      <p:sp>
        <p:nvSpPr>
          <p:cNvPr id="2072" name="Google Shape;2072;p37"/>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073" name="Google Shape;2073;p37"/>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074" name="Google Shape;2074;p37"/>
          <p:cNvSpPr txBox="1"/>
          <p:nvPr>
            <p:ph idx="4" type="subTitle"/>
          </p:nvPr>
        </p:nvSpPr>
        <p:spPr>
          <a:xfrm>
            <a:off x="516425" y="2548200"/>
            <a:ext cx="4742400" cy="19395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Font typeface="Lexend SemiBold"/>
              <a:buChar char="●"/>
            </a:pPr>
            <a:r>
              <a:rPr lang="en"/>
              <a:t>FIJI uses Linux based OS, regardless of what the OS is on your computer, the rest of this presentation is steered toward FIJI, but also </a:t>
            </a:r>
            <a:r>
              <a:rPr lang="en"/>
              <a:t>applicable</a:t>
            </a:r>
            <a:r>
              <a:rPr lang="en"/>
              <a:t> if your OS is:</a:t>
            </a:r>
            <a:endParaRPr/>
          </a:p>
          <a:p>
            <a:pPr indent="-317500" lvl="1" marL="914400" rtl="0" algn="l">
              <a:spcBef>
                <a:spcPts val="0"/>
              </a:spcBef>
              <a:spcAft>
                <a:spcPts val="0"/>
              </a:spcAft>
              <a:buSzPts val="1400"/>
              <a:buChar char="○"/>
            </a:pPr>
            <a:r>
              <a:rPr lang="en"/>
              <a:t>Mac</a:t>
            </a:r>
            <a:endParaRPr/>
          </a:p>
          <a:p>
            <a:pPr indent="-317500" lvl="1" marL="914400" rtl="0" algn="l">
              <a:spcBef>
                <a:spcPts val="0"/>
              </a:spcBef>
              <a:spcAft>
                <a:spcPts val="0"/>
              </a:spcAft>
              <a:buSzPts val="1400"/>
              <a:buChar char="○"/>
            </a:pPr>
            <a:r>
              <a:rPr lang="en"/>
              <a:t>Linux / Unix</a:t>
            </a:r>
            <a:endParaRPr/>
          </a:p>
          <a:p>
            <a:pPr indent="-304800" lvl="0" marL="457200" rtl="0" algn="l">
              <a:spcBef>
                <a:spcPts val="0"/>
              </a:spcBef>
              <a:spcAft>
                <a:spcPts val="0"/>
              </a:spcAft>
              <a:buSzPts val="1200"/>
              <a:buChar char="●"/>
            </a:pPr>
            <a:r>
              <a:rPr lang="en"/>
              <a:t>Tutorial:</a:t>
            </a:r>
            <a:endParaRPr/>
          </a:p>
          <a:p>
            <a:pPr indent="-304800" lvl="1" marL="914400" rtl="0" algn="l">
              <a:spcBef>
                <a:spcPts val="0"/>
              </a:spcBef>
              <a:spcAft>
                <a:spcPts val="0"/>
              </a:spcAft>
              <a:buSzPts val="1200"/>
              <a:buChar char="○"/>
            </a:pPr>
            <a:r>
              <a:rPr lang="en" sz="1200" u="sng">
                <a:solidFill>
                  <a:schemeClr val="hlink"/>
                </a:solidFill>
                <a:hlinkClick r:id="rId3"/>
              </a:rPr>
              <a:t>Accessing FIJI</a:t>
            </a:r>
            <a:endParaRPr sz="1200"/>
          </a:p>
          <a:p>
            <a:pPr indent="-304800" lvl="0" marL="457200" rtl="0" algn="l">
              <a:spcBef>
                <a:spcPts val="0"/>
              </a:spcBef>
              <a:spcAft>
                <a:spcPts val="0"/>
              </a:spcAft>
              <a:buSzPts val="1200"/>
              <a:buChar char="●"/>
            </a:pPr>
            <a:r>
              <a:rPr lang="en"/>
              <a:t>Command:</a:t>
            </a:r>
            <a:endParaRPr/>
          </a:p>
          <a:p>
            <a:pPr indent="-317500" lvl="1" marL="914400" rtl="0" algn="l">
              <a:spcBef>
                <a:spcPts val="0"/>
              </a:spcBef>
              <a:spcAft>
                <a:spcPts val="0"/>
              </a:spcAft>
              <a:buSzPts val="1400"/>
              <a:buChar char="○"/>
            </a:pPr>
            <a:r>
              <a:rPr lang="en">
                <a:solidFill>
                  <a:srgbClr val="188038"/>
                </a:solidFill>
                <a:latin typeface="Roboto Mono"/>
                <a:ea typeface="Roboto Mono"/>
                <a:cs typeface="Roboto Mono"/>
                <a:sym typeface="Roboto Mono"/>
              </a:rPr>
              <a:t>ssh &lt;identikey&gt;@fiji.colorado.edu</a:t>
            </a:r>
            <a:endParaRPr/>
          </a:p>
        </p:txBody>
      </p:sp>
      <p:pic>
        <p:nvPicPr>
          <p:cNvPr id="2075" name="Google Shape;2075;p37"/>
          <p:cNvPicPr preferRelativeResize="0"/>
          <p:nvPr/>
        </p:nvPicPr>
        <p:blipFill>
          <a:blip r:embed="rId4">
            <a:alphaModFix/>
          </a:blip>
          <a:stretch>
            <a:fillRect/>
          </a:stretch>
        </p:blipFill>
        <p:spPr>
          <a:xfrm>
            <a:off x="5777137" y="1700975"/>
            <a:ext cx="2367026" cy="30138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9" name="Shape 2079"/>
        <p:cNvGrpSpPr/>
        <p:nvPr/>
      </p:nvGrpSpPr>
      <p:grpSpPr>
        <a:xfrm>
          <a:off x="0" y="0"/>
          <a:ext cx="0" cy="0"/>
          <a:chOff x="0" y="0"/>
          <a:chExt cx="0" cy="0"/>
        </a:xfrm>
      </p:grpSpPr>
      <p:sp>
        <p:nvSpPr>
          <p:cNvPr id="2080" name="Google Shape;2080;p38"/>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1" name="Google Shape;2081;p38"/>
          <p:cNvSpPr/>
          <p:nvPr/>
        </p:nvSpPr>
        <p:spPr>
          <a:xfrm>
            <a:off x="3545248" y="1794150"/>
            <a:ext cx="2248500" cy="2861700"/>
          </a:xfrm>
          <a:prstGeom prst="roundRect">
            <a:avLst>
              <a:gd fmla="val 472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2" name="Google Shape;2082;p38"/>
          <p:cNvSpPr/>
          <p:nvPr/>
        </p:nvSpPr>
        <p:spPr>
          <a:xfrm>
            <a:off x="6130096" y="1794150"/>
            <a:ext cx="2248500" cy="2861700"/>
          </a:xfrm>
          <a:prstGeom prst="roundRect">
            <a:avLst>
              <a:gd fmla="val 4721"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3" name="Google Shape;2083;p38"/>
          <p:cNvSpPr/>
          <p:nvPr/>
        </p:nvSpPr>
        <p:spPr>
          <a:xfrm>
            <a:off x="960400" y="1794150"/>
            <a:ext cx="2248500" cy="2861700"/>
          </a:xfrm>
          <a:prstGeom prst="roundRect">
            <a:avLst>
              <a:gd fmla="val 4721"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84" name="Google Shape;2084;p38"/>
          <p:cNvGrpSpPr/>
          <p:nvPr/>
        </p:nvGrpSpPr>
        <p:grpSpPr>
          <a:xfrm>
            <a:off x="427350" y="1434150"/>
            <a:ext cx="277873" cy="68400"/>
            <a:chOff x="520925" y="1460325"/>
            <a:chExt cx="277873" cy="68400"/>
          </a:xfrm>
        </p:grpSpPr>
        <p:sp>
          <p:nvSpPr>
            <p:cNvPr id="2085" name="Google Shape;2085;p3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6" name="Google Shape;2086;p3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7" name="Google Shape;2087;p3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88" name="Google Shape;2088;p38"/>
          <p:cNvSpPr txBox="1"/>
          <p:nvPr>
            <p:ph type="title"/>
          </p:nvPr>
        </p:nvSpPr>
        <p:spPr>
          <a:xfrm>
            <a:off x="209775" y="468575"/>
            <a:ext cx="50160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Structure</a:t>
            </a:r>
            <a:endParaRPr/>
          </a:p>
        </p:txBody>
      </p:sp>
      <p:sp>
        <p:nvSpPr>
          <p:cNvPr id="2089" name="Google Shape;2089;p38"/>
          <p:cNvSpPr txBox="1"/>
          <p:nvPr/>
        </p:nvSpPr>
        <p:spPr>
          <a:xfrm>
            <a:off x="9605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Follow along</a:t>
            </a:r>
            <a:endParaRPr sz="1800">
              <a:solidFill>
                <a:schemeClr val="dk1"/>
              </a:solidFill>
              <a:latin typeface="Lexend Medium"/>
              <a:ea typeface="Lexend Medium"/>
              <a:cs typeface="Lexend Medium"/>
              <a:sym typeface="Lexend Medium"/>
            </a:endParaRPr>
          </a:p>
        </p:txBody>
      </p:sp>
      <p:sp>
        <p:nvSpPr>
          <p:cNvPr id="2090" name="Google Shape;2090;p38"/>
          <p:cNvSpPr txBox="1"/>
          <p:nvPr/>
        </p:nvSpPr>
        <p:spPr>
          <a:xfrm>
            <a:off x="35452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Tune in-and-out</a:t>
            </a:r>
            <a:endParaRPr sz="1800">
              <a:solidFill>
                <a:schemeClr val="dk1"/>
              </a:solidFill>
              <a:latin typeface="Lexend Medium"/>
              <a:ea typeface="Lexend Medium"/>
              <a:cs typeface="Lexend Medium"/>
              <a:sym typeface="Lexend Medium"/>
            </a:endParaRPr>
          </a:p>
        </p:txBody>
      </p:sp>
      <p:sp>
        <p:nvSpPr>
          <p:cNvPr id="2091" name="Google Shape;2091;p38"/>
          <p:cNvSpPr txBox="1"/>
          <p:nvPr/>
        </p:nvSpPr>
        <p:spPr>
          <a:xfrm>
            <a:off x="61299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Workshop Time</a:t>
            </a:r>
            <a:endParaRPr sz="1800">
              <a:solidFill>
                <a:schemeClr val="dk1"/>
              </a:solidFill>
              <a:latin typeface="Lexend Medium"/>
              <a:ea typeface="Lexend Medium"/>
              <a:cs typeface="Lexend Medium"/>
              <a:sym typeface="Lexend Medium"/>
            </a:endParaRPr>
          </a:p>
        </p:txBody>
      </p:sp>
      <p:sp>
        <p:nvSpPr>
          <p:cNvPr id="2092" name="Google Shape;2092;p38"/>
          <p:cNvSpPr txBox="1"/>
          <p:nvPr/>
        </p:nvSpPr>
        <p:spPr>
          <a:xfrm>
            <a:off x="1117150" y="3885725"/>
            <a:ext cx="193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Lexend Light"/>
                <a:ea typeface="Lexend Light"/>
                <a:cs typeface="Lexend Light"/>
                <a:sym typeface="Lexend Light"/>
              </a:rPr>
              <a:t>If you’re new to CL/CC, I </a:t>
            </a:r>
            <a:r>
              <a:rPr lang="en" sz="800">
                <a:solidFill>
                  <a:schemeClr val="dk1"/>
                </a:solidFill>
                <a:latin typeface="Lexend Light"/>
                <a:ea typeface="Lexend Light"/>
                <a:cs typeface="Lexend Light"/>
                <a:sym typeface="Lexend Light"/>
              </a:rPr>
              <a:t>recommend</a:t>
            </a:r>
            <a:r>
              <a:rPr lang="en" sz="800">
                <a:solidFill>
                  <a:schemeClr val="dk1"/>
                </a:solidFill>
                <a:latin typeface="Lexend Light"/>
                <a:ea typeface="Lexend Light"/>
                <a:cs typeface="Lexend Light"/>
                <a:sym typeface="Lexend Light"/>
              </a:rPr>
              <a:t> following along, we will take breaks for check-ins and hands on time</a:t>
            </a:r>
            <a:endParaRPr sz="800">
              <a:solidFill>
                <a:schemeClr val="dk1"/>
              </a:solidFill>
              <a:latin typeface="Lexend Light"/>
              <a:ea typeface="Lexend Light"/>
              <a:cs typeface="Lexend Light"/>
              <a:sym typeface="Lexend Light"/>
            </a:endParaRPr>
          </a:p>
        </p:txBody>
      </p:sp>
      <p:sp>
        <p:nvSpPr>
          <p:cNvPr id="2093" name="Google Shape;2093;p38"/>
          <p:cNvSpPr txBox="1"/>
          <p:nvPr/>
        </p:nvSpPr>
        <p:spPr>
          <a:xfrm>
            <a:off x="3701998" y="3885725"/>
            <a:ext cx="19350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Lexend Light"/>
                <a:ea typeface="Lexend Light"/>
                <a:cs typeface="Lexend Light"/>
                <a:sym typeface="Lexend Light"/>
              </a:rPr>
              <a:t>If you’re </a:t>
            </a:r>
            <a:r>
              <a:rPr lang="en" sz="800">
                <a:solidFill>
                  <a:schemeClr val="dk1"/>
                </a:solidFill>
                <a:latin typeface="Lexend Light"/>
                <a:ea typeface="Lexend Light"/>
                <a:cs typeface="Lexend Light"/>
                <a:sym typeface="Lexend Light"/>
              </a:rPr>
              <a:t>familiar</a:t>
            </a:r>
            <a:r>
              <a:rPr lang="en" sz="800">
                <a:solidFill>
                  <a:schemeClr val="dk1"/>
                </a:solidFill>
                <a:latin typeface="Lexend Light"/>
                <a:ea typeface="Lexend Light"/>
                <a:cs typeface="Lexend Light"/>
                <a:sym typeface="Lexend Light"/>
              </a:rPr>
              <a:t> with CL/CC, I </a:t>
            </a:r>
            <a:r>
              <a:rPr lang="en" sz="800">
                <a:solidFill>
                  <a:schemeClr val="dk1"/>
                </a:solidFill>
                <a:latin typeface="Lexend Light"/>
                <a:ea typeface="Lexend Light"/>
                <a:cs typeface="Lexend Light"/>
                <a:sym typeface="Lexend Light"/>
              </a:rPr>
              <a:t>recommend</a:t>
            </a:r>
            <a:r>
              <a:rPr lang="en" sz="800">
                <a:solidFill>
                  <a:schemeClr val="dk1"/>
                </a:solidFill>
                <a:latin typeface="Lexend Light"/>
                <a:ea typeface="Lexend Light"/>
                <a:cs typeface="Lexend Light"/>
                <a:sym typeface="Lexend Light"/>
              </a:rPr>
              <a:t> tuning in-and-out for information you did not know but working through the workshop materials</a:t>
            </a:r>
            <a:endParaRPr sz="800">
              <a:solidFill>
                <a:schemeClr val="dk1"/>
              </a:solidFill>
              <a:latin typeface="Lexend Light"/>
              <a:ea typeface="Lexend Light"/>
              <a:cs typeface="Lexend Light"/>
              <a:sym typeface="Lexend Light"/>
            </a:endParaRPr>
          </a:p>
        </p:txBody>
      </p:sp>
      <p:sp>
        <p:nvSpPr>
          <p:cNvPr id="2094" name="Google Shape;2094;p38"/>
          <p:cNvSpPr txBox="1"/>
          <p:nvPr/>
        </p:nvSpPr>
        <p:spPr>
          <a:xfrm>
            <a:off x="6286850" y="3885725"/>
            <a:ext cx="19350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Lexend Light"/>
                <a:ea typeface="Lexend Light"/>
                <a:cs typeface="Lexend Light"/>
                <a:sym typeface="Lexend Light"/>
              </a:rPr>
              <a:t>If you’re comfortable with CL/CC, I </a:t>
            </a:r>
            <a:r>
              <a:rPr lang="en" sz="800">
                <a:solidFill>
                  <a:schemeClr val="dk1"/>
                </a:solidFill>
                <a:latin typeface="Lexend Light"/>
                <a:ea typeface="Lexend Light"/>
                <a:cs typeface="Lexend Light"/>
                <a:sym typeface="Lexend Light"/>
              </a:rPr>
              <a:t>recommend</a:t>
            </a:r>
            <a:r>
              <a:rPr lang="en" sz="800">
                <a:solidFill>
                  <a:schemeClr val="dk1"/>
                </a:solidFill>
                <a:latin typeface="Lexend Light"/>
                <a:ea typeface="Lexend Light"/>
                <a:cs typeface="Lexend Light"/>
                <a:sym typeface="Lexend Light"/>
              </a:rPr>
              <a:t> working through the workshop materials and if and when you finish let me know as I have another task for you to attempt</a:t>
            </a:r>
            <a:endParaRPr sz="800">
              <a:solidFill>
                <a:schemeClr val="dk1"/>
              </a:solidFill>
              <a:latin typeface="Lexend Light"/>
              <a:ea typeface="Lexend Light"/>
              <a:cs typeface="Lexend Light"/>
              <a:sym typeface="Lexend Light"/>
            </a:endParaRPr>
          </a:p>
        </p:txBody>
      </p:sp>
      <p:grpSp>
        <p:nvGrpSpPr>
          <p:cNvPr id="2095" name="Google Shape;2095;p38"/>
          <p:cNvGrpSpPr/>
          <p:nvPr/>
        </p:nvGrpSpPr>
        <p:grpSpPr>
          <a:xfrm>
            <a:off x="4196048" y="2356444"/>
            <a:ext cx="946911" cy="966699"/>
            <a:chOff x="1438774" y="3590059"/>
            <a:chExt cx="946911" cy="966699"/>
          </a:xfrm>
        </p:grpSpPr>
        <p:grpSp>
          <p:nvGrpSpPr>
            <p:cNvPr id="2096" name="Google Shape;2096;p38"/>
            <p:cNvGrpSpPr/>
            <p:nvPr/>
          </p:nvGrpSpPr>
          <p:grpSpPr>
            <a:xfrm>
              <a:off x="1438774" y="3590059"/>
              <a:ext cx="946911" cy="966699"/>
              <a:chOff x="3707828" y="340487"/>
              <a:chExt cx="1276160" cy="1302829"/>
            </a:xfrm>
          </p:grpSpPr>
          <p:grpSp>
            <p:nvGrpSpPr>
              <p:cNvPr id="2097" name="Google Shape;2097;p38"/>
              <p:cNvGrpSpPr/>
              <p:nvPr/>
            </p:nvGrpSpPr>
            <p:grpSpPr>
              <a:xfrm>
                <a:off x="3707828" y="340487"/>
                <a:ext cx="1276160" cy="1302829"/>
                <a:chOff x="3707828" y="340487"/>
                <a:chExt cx="1276160" cy="1302829"/>
              </a:xfrm>
            </p:grpSpPr>
            <p:sp>
              <p:nvSpPr>
                <p:cNvPr id="2098" name="Google Shape;2098;p38"/>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9" name="Google Shape;2099;p38"/>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0" name="Google Shape;2100;p38"/>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1" name="Google Shape;2101;p38"/>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2" name="Google Shape;2102;p38"/>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3" name="Google Shape;2103;p38"/>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4" name="Google Shape;2104;p38"/>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5" name="Google Shape;2105;p38"/>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6" name="Google Shape;2106;p38"/>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7" name="Google Shape;2107;p38"/>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8" name="Google Shape;2108;p38"/>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9" name="Google Shape;2109;p38"/>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0" name="Google Shape;2110;p38"/>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1" name="Google Shape;2111;p38"/>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2" name="Google Shape;2112;p38"/>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3" name="Google Shape;2113;p38"/>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114" name="Google Shape;2114;p38"/>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115" name="Google Shape;2115;p38"/>
            <p:cNvGrpSpPr/>
            <p:nvPr/>
          </p:nvGrpSpPr>
          <p:grpSpPr>
            <a:xfrm>
              <a:off x="1712541" y="3729479"/>
              <a:ext cx="497389" cy="685349"/>
              <a:chOff x="1712541" y="3729479"/>
              <a:chExt cx="497389" cy="685349"/>
            </a:xfrm>
          </p:grpSpPr>
          <p:sp>
            <p:nvSpPr>
              <p:cNvPr id="2116" name="Google Shape;2116;p38"/>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7" name="Google Shape;2117;p38"/>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8" name="Google Shape;2118;p38"/>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9" name="Google Shape;2119;p38"/>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grpSp>
        <p:nvGrpSpPr>
          <p:cNvPr id="2120" name="Google Shape;2120;p38"/>
          <p:cNvGrpSpPr/>
          <p:nvPr/>
        </p:nvGrpSpPr>
        <p:grpSpPr>
          <a:xfrm>
            <a:off x="1611347" y="2356444"/>
            <a:ext cx="946911" cy="966699"/>
            <a:chOff x="151447" y="3590017"/>
            <a:chExt cx="946911" cy="966699"/>
          </a:xfrm>
        </p:grpSpPr>
        <p:grpSp>
          <p:nvGrpSpPr>
            <p:cNvPr id="2121" name="Google Shape;2121;p38"/>
            <p:cNvGrpSpPr/>
            <p:nvPr/>
          </p:nvGrpSpPr>
          <p:grpSpPr>
            <a:xfrm>
              <a:off x="151447" y="3590017"/>
              <a:ext cx="946911" cy="966699"/>
              <a:chOff x="373316" y="340487"/>
              <a:chExt cx="1276160" cy="1302829"/>
            </a:xfrm>
          </p:grpSpPr>
          <p:sp>
            <p:nvSpPr>
              <p:cNvPr id="2122" name="Google Shape;2122;p38"/>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dk2"/>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3" name="Google Shape;2123;p38"/>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4" name="Google Shape;2124;p38"/>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5" name="Google Shape;2125;p38"/>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6" name="Google Shape;2126;p38"/>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7" name="Google Shape;2127;p38"/>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8" name="Google Shape;2128;p38"/>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9" name="Google Shape;2129;p38"/>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0" name="Google Shape;2130;p38"/>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1" name="Google Shape;2131;p38"/>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2" name="Google Shape;2132;p38"/>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3" name="Google Shape;2133;p38"/>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4" name="Google Shape;2134;p38"/>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5" name="Google Shape;2135;p38"/>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6" name="Google Shape;2136;p38"/>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7" name="Google Shape;2137;p38"/>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138" name="Google Shape;2138;p38"/>
            <p:cNvGrpSpPr/>
            <p:nvPr/>
          </p:nvGrpSpPr>
          <p:grpSpPr>
            <a:xfrm>
              <a:off x="288463" y="3729601"/>
              <a:ext cx="685212" cy="687570"/>
              <a:chOff x="288463" y="3729601"/>
              <a:chExt cx="685212" cy="687570"/>
            </a:xfrm>
          </p:grpSpPr>
          <p:sp>
            <p:nvSpPr>
              <p:cNvPr id="2139" name="Google Shape;2139;p38"/>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40" name="Google Shape;2140;p38"/>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41" name="Google Shape;2141;p38"/>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grpSp>
        <p:nvGrpSpPr>
          <p:cNvPr id="2142" name="Google Shape;2142;p38"/>
          <p:cNvGrpSpPr/>
          <p:nvPr/>
        </p:nvGrpSpPr>
        <p:grpSpPr>
          <a:xfrm>
            <a:off x="6780898" y="2356444"/>
            <a:ext cx="946911" cy="966699"/>
            <a:chOff x="2725798" y="3590032"/>
            <a:chExt cx="946911" cy="966699"/>
          </a:xfrm>
        </p:grpSpPr>
        <p:grpSp>
          <p:nvGrpSpPr>
            <p:cNvPr id="2143" name="Google Shape;2143;p38"/>
            <p:cNvGrpSpPr/>
            <p:nvPr/>
          </p:nvGrpSpPr>
          <p:grpSpPr>
            <a:xfrm>
              <a:off x="2725798" y="3590032"/>
              <a:ext cx="946911" cy="966699"/>
              <a:chOff x="2040572" y="340487"/>
              <a:chExt cx="1276160" cy="1302829"/>
            </a:xfrm>
          </p:grpSpPr>
          <p:grpSp>
            <p:nvGrpSpPr>
              <p:cNvPr id="2144" name="Google Shape;2144;p38"/>
              <p:cNvGrpSpPr/>
              <p:nvPr/>
            </p:nvGrpSpPr>
            <p:grpSpPr>
              <a:xfrm>
                <a:off x="2040572" y="340487"/>
                <a:ext cx="1276160" cy="1302829"/>
                <a:chOff x="2040572" y="340487"/>
                <a:chExt cx="1276160" cy="1302829"/>
              </a:xfrm>
            </p:grpSpPr>
            <p:sp>
              <p:nvSpPr>
                <p:cNvPr id="2145" name="Google Shape;2145;p38"/>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46" name="Google Shape;2146;p38"/>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47" name="Google Shape;2147;p38"/>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48" name="Google Shape;2148;p38"/>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49" name="Google Shape;2149;p38"/>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0" name="Google Shape;2150;p38"/>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1" name="Google Shape;2151;p38"/>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2" name="Google Shape;2152;p38"/>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3" name="Google Shape;2153;p38"/>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4" name="Google Shape;2154;p38"/>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5" name="Google Shape;2155;p38"/>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6" name="Google Shape;2156;p38"/>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7" name="Google Shape;2157;p38"/>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8" name="Google Shape;2158;p38"/>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9" name="Google Shape;2159;p38"/>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60" name="Google Shape;2160;p38"/>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161" name="Google Shape;2161;p38"/>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162" name="Google Shape;2162;p38"/>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163" name="Google Shape;2163;p38"/>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164" name="Google Shape;2164;p38"/>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8" name="Shape 2168"/>
        <p:cNvGrpSpPr/>
        <p:nvPr/>
      </p:nvGrpSpPr>
      <p:grpSpPr>
        <a:xfrm>
          <a:off x="0" y="0"/>
          <a:ext cx="0" cy="0"/>
          <a:chOff x="0" y="0"/>
          <a:chExt cx="0" cy="0"/>
        </a:xfrm>
      </p:grpSpPr>
      <p:sp>
        <p:nvSpPr>
          <p:cNvPr id="2169" name="Google Shape;2169;p39"/>
          <p:cNvSpPr/>
          <p:nvPr/>
        </p:nvSpPr>
        <p:spPr>
          <a:xfrm>
            <a:off x="5123580" y="1372004"/>
            <a:ext cx="35796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70" name="Google Shape;2170;p39"/>
          <p:cNvGrpSpPr/>
          <p:nvPr/>
        </p:nvGrpSpPr>
        <p:grpSpPr>
          <a:xfrm>
            <a:off x="5193729" y="1467658"/>
            <a:ext cx="277873" cy="68400"/>
            <a:chOff x="520925" y="1460325"/>
            <a:chExt cx="277873" cy="68400"/>
          </a:xfrm>
        </p:grpSpPr>
        <p:sp>
          <p:nvSpPr>
            <p:cNvPr id="2171" name="Google Shape;2171;p39"/>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2" name="Google Shape;2172;p39"/>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3" name="Google Shape;2173;p39"/>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174" name="Google Shape;2174;p39"/>
          <p:cNvPicPr preferRelativeResize="0"/>
          <p:nvPr>
            <p:ph idx="2" type="pic"/>
          </p:nvPr>
        </p:nvPicPr>
        <p:blipFill rotWithShape="1">
          <a:blip r:embed="rId3">
            <a:alphaModFix/>
          </a:blip>
          <a:srcRect b="0" l="5500" r="5500" t="0"/>
          <a:stretch/>
        </p:blipFill>
        <p:spPr>
          <a:xfrm>
            <a:off x="5123579" y="1631604"/>
            <a:ext cx="3579600" cy="3261600"/>
          </a:xfrm>
          <a:prstGeom prst="round2SameRect">
            <a:avLst>
              <a:gd fmla="val 1981" name="adj1"/>
              <a:gd fmla="val 0" name="adj2"/>
            </a:avLst>
          </a:prstGeom>
          <a:noFill/>
          <a:ln>
            <a:noFill/>
          </a:ln>
        </p:spPr>
      </p:pic>
      <p:sp>
        <p:nvSpPr>
          <p:cNvPr id="2175" name="Google Shape;2175;p39"/>
          <p:cNvSpPr txBox="1"/>
          <p:nvPr>
            <p:ph type="title"/>
          </p:nvPr>
        </p:nvSpPr>
        <p:spPr>
          <a:xfrm>
            <a:off x="209775" y="468575"/>
            <a:ext cx="71739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Workshop materials</a:t>
            </a:r>
            <a:endParaRPr/>
          </a:p>
        </p:txBody>
      </p:sp>
      <p:sp>
        <p:nvSpPr>
          <p:cNvPr id="2176" name="Google Shape;2176;p39"/>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177" name="Google Shape;2177;p39"/>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178" name="Google Shape;2178;p39"/>
          <p:cNvSpPr/>
          <p:nvPr/>
        </p:nvSpPr>
        <p:spPr>
          <a:xfrm>
            <a:off x="341525" y="1467650"/>
            <a:ext cx="4059600" cy="2983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79" name="Google Shape;2179;p39"/>
          <p:cNvGrpSpPr/>
          <p:nvPr/>
        </p:nvGrpSpPr>
        <p:grpSpPr>
          <a:xfrm>
            <a:off x="411700" y="1609385"/>
            <a:ext cx="277873" cy="95733"/>
            <a:chOff x="411700" y="2420932"/>
            <a:chExt cx="277873" cy="68400"/>
          </a:xfrm>
        </p:grpSpPr>
        <p:sp>
          <p:nvSpPr>
            <p:cNvPr id="2180" name="Google Shape;2180;p39"/>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1" name="Google Shape;2181;p39"/>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2" name="Google Shape;2182;p39"/>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83" name="Google Shape;2183;p39"/>
          <p:cNvSpPr txBox="1"/>
          <p:nvPr>
            <p:ph idx="4294967295" type="subTitle"/>
          </p:nvPr>
        </p:nvSpPr>
        <p:spPr>
          <a:xfrm>
            <a:off x="516425" y="1787609"/>
            <a:ext cx="3736200" cy="2585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Lexend SemiBold"/>
              <a:buChar char="●"/>
            </a:pPr>
            <a:r>
              <a:rPr lang="en" sz="1800"/>
              <a:t>Everything lives on the bootcamp website — follow along there</a:t>
            </a:r>
            <a:endParaRPr sz="1800"/>
          </a:p>
          <a:p>
            <a:pPr indent="-342900" lvl="0" marL="457200" rtl="0" algn="l">
              <a:spcBef>
                <a:spcPts val="0"/>
              </a:spcBef>
              <a:spcAft>
                <a:spcPts val="0"/>
              </a:spcAft>
              <a:buSzPts val="1800"/>
              <a:buChar char="●"/>
            </a:pPr>
            <a:r>
              <a:rPr lang="en" sz="1800" u="sng">
                <a:solidFill>
                  <a:schemeClr val="hlink"/>
                </a:solidFill>
                <a:hlinkClick r:id="rId4"/>
              </a:rPr>
              <a:t>Link</a:t>
            </a:r>
            <a:endParaRPr sz="1800"/>
          </a:p>
          <a:p>
            <a:pPr indent="-342900" lvl="0" marL="457200" rtl="0" algn="l">
              <a:spcBef>
                <a:spcPts val="0"/>
              </a:spcBef>
              <a:spcAft>
                <a:spcPts val="0"/>
              </a:spcAft>
              <a:buSzPts val="1800"/>
              <a:buChar char="●"/>
            </a:pPr>
            <a:r>
              <a:rPr lang="en" sz="1800"/>
              <a:t>4 Levels:</a:t>
            </a:r>
            <a:endParaRPr sz="1800"/>
          </a:p>
          <a:p>
            <a:pPr indent="-342900" lvl="1" marL="914400" rtl="0" algn="l">
              <a:spcBef>
                <a:spcPts val="0"/>
              </a:spcBef>
              <a:spcAft>
                <a:spcPts val="0"/>
              </a:spcAft>
              <a:buSzPts val="1800"/>
              <a:buChar char="○"/>
            </a:pPr>
            <a:r>
              <a:rPr lang="en" sz="1800"/>
              <a:t>Beginner</a:t>
            </a:r>
            <a:endParaRPr sz="1800"/>
          </a:p>
          <a:p>
            <a:pPr indent="-342900" lvl="1" marL="914400" rtl="0" algn="l">
              <a:spcBef>
                <a:spcPts val="0"/>
              </a:spcBef>
              <a:spcAft>
                <a:spcPts val="0"/>
              </a:spcAft>
              <a:buSzPts val="1800"/>
              <a:buChar char="○"/>
            </a:pPr>
            <a:r>
              <a:rPr lang="en" sz="1800"/>
              <a:t>Intermediate</a:t>
            </a:r>
            <a:endParaRPr sz="1800"/>
          </a:p>
          <a:p>
            <a:pPr indent="-342900" lvl="1" marL="914400" rtl="0" algn="l">
              <a:spcBef>
                <a:spcPts val="0"/>
              </a:spcBef>
              <a:spcAft>
                <a:spcPts val="0"/>
              </a:spcAft>
              <a:buSzPts val="1800"/>
              <a:buChar char="○"/>
            </a:pPr>
            <a:r>
              <a:rPr lang="en" sz="1800"/>
              <a:t>Advanced</a:t>
            </a:r>
            <a:endParaRPr sz="1800"/>
          </a:p>
          <a:p>
            <a:pPr indent="-342900" lvl="1" marL="914400" rtl="0" algn="l">
              <a:spcBef>
                <a:spcPts val="0"/>
              </a:spcBef>
              <a:spcAft>
                <a:spcPts val="0"/>
              </a:spcAft>
              <a:buSzPts val="1800"/>
              <a:buChar char="○"/>
            </a:pPr>
            <a:r>
              <a:rPr lang="en" sz="1800"/>
              <a:t>Expert</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p40"/>
          <p:cNvSpPr/>
          <p:nvPr/>
        </p:nvSpPr>
        <p:spPr>
          <a:xfrm>
            <a:off x="6243650" y="773248"/>
            <a:ext cx="2550600" cy="980700"/>
          </a:xfrm>
          <a:prstGeom prst="roundRect">
            <a:avLst>
              <a:gd fmla="val 4934" name="adj"/>
            </a:avLst>
          </a:prstGeom>
          <a:solidFill>
            <a:schemeClr val="lt2"/>
          </a:solidFill>
          <a:ln>
            <a:noFill/>
          </a:ln>
          <a:effectLst>
            <a:outerShdw blurRad="57150" rotWithShape="0" algn="bl" dist="19050">
              <a:srgbClr val="000000">
                <a:alpha val="11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189" name="Google Shape;2189;p40"/>
          <p:cNvSpPr/>
          <p:nvPr/>
        </p:nvSpPr>
        <p:spPr>
          <a:xfrm>
            <a:off x="6243652" y="2313066"/>
            <a:ext cx="2550600" cy="980700"/>
          </a:xfrm>
          <a:prstGeom prst="roundRect">
            <a:avLst>
              <a:gd fmla="val 4934" name="adj"/>
            </a:avLst>
          </a:prstGeom>
          <a:solidFill>
            <a:schemeClr val="lt2"/>
          </a:solidFill>
          <a:ln>
            <a:noFill/>
          </a:ln>
          <a:effectLst>
            <a:outerShdw blurRad="57150" rotWithShape="0" algn="bl" dist="19050">
              <a:srgbClr val="000000">
                <a:alpha val="11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190" name="Google Shape;2190;p40"/>
          <p:cNvSpPr/>
          <p:nvPr/>
        </p:nvSpPr>
        <p:spPr>
          <a:xfrm>
            <a:off x="6243649" y="3855245"/>
            <a:ext cx="2550600" cy="980700"/>
          </a:xfrm>
          <a:prstGeom prst="roundRect">
            <a:avLst>
              <a:gd fmla="val 4934" name="adj"/>
            </a:avLst>
          </a:prstGeom>
          <a:solidFill>
            <a:schemeClr val="lt2"/>
          </a:solidFill>
          <a:ln>
            <a:noFill/>
          </a:ln>
          <a:effectLst>
            <a:outerShdw blurRad="57150" rotWithShape="0" algn="bl" dist="19050">
              <a:srgbClr val="000000">
                <a:alpha val="11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191" name="Google Shape;2191;p40"/>
          <p:cNvSpPr txBox="1"/>
          <p:nvPr>
            <p:ph type="title"/>
          </p:nvPr>
        </p:nvSpPr>
        <p:spPr>
          <a:xfrm>
            <a:off x="209775" y="468575"/>
            <a:ext cx="50160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Asking for Help</a:t>
            </a:r>
            <a:endParaRPr/>
          </a:p>
        </p:txBody>
      </p:sp>
      <p:sp>
        <p:nvSpPr>
          <p:cNvPr id="2192" name="Google Shape;2192;p40"/>
          <p:cNvSpPr/>
          <p:nvPr/>
        </p:nvSpPr>
        <p:spPr>
          <a:xfrm>
            <a:off x="6387650" y="1348582"/>
            <a:ext cx="2353800" cy="279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fiji-help@colorado.edu</a:t>
            </a:r>
            <a:endParaRPr sz="1200">
              <a:solidFill>
                <a:schemeClr val="dk1"/>
              </a:solidFill>
              <a:latin typeface="Lexend Light"/>
              <a:ea typeface="Lexend Light"/>
              <a:cs typeface="Lexend Light"/>
              <a:sym typeface="Lexend Light"/>
            </a:endParaRPr>
          </a:p>
        </p:txBody>
      </p:sp>
      <p:sp>
        <p:nvSpPr>
          <p:cNvPr id="2193" name="Google Shape;2193;p40"/>
          <p:cNvSpPr/>
          <p:nvPr/>
        </p:nvSpPr>
        <p:spPr>
          <a:xfrm>
            <a:off x="6387775" y="2938316"/>
            <a:ext cx="2353800" cy="2796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Lexend Light"/>
                <a:ea typeface="Lexend Light"/>
                <a:cs typeface="Lexend Light"/>
                <a:sym typeface="Lexend Light"/>
              </a:rPr>
              <a:t>bit.colorado.edu/biofrontiers-computing/fiji/</a:t>
            </a:r>
            <a:endParaRPr sz="700">
              <a:solidFill>
                <a:schemeClr val="dk1"/>
              </a:solidFill>
              <a:latin typeface="Lexend Light"/>
              <a:ea typeface="Lexend Light"/>
              <a:cs typeface="Lexend Light"/>
              <a:sym typeface="Lexend Light"/>
            </a:endParaRPr>
          </a:p>
        </p:txBody>
      </p:sp>
      <p:sp>
        <p:nvSpPr>
          <p:cNvPr id="2194" name="Google Shape;2194;p40"/>
          <p:cNvSpPr/>
          <p:nvPr/>
        </p:nvSpPr>
        <p:spPr>
          <a:xfrm>
            <a:off x="6342045" y="4480495"/>
            <a:ext cx="2353800" cy="279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bit-help@colorado.edu</a:t>
            </a:r>
            <a:endParaRPr sz="1200">
              <a:solidFill>
                <a:schemeClr val="dk1"/>
              </a:solidFill>
              <a:latin typeface="Lexend Light"/>
              <a:ea typeface="Lexend Light"/>
              <a:cs typeface="Lexend Light"/>
              <a:sym typeface="Lexend Light"/>
            </a:endParaRPr>
          </a:p>
        </p:txBody>
      </p:sp>
      <p:sp>
        <p:nvSpPr>
          <p:cNvPr id="2195" name="Google Shape;2195;p40"/>
          <p:cNvSpPr txBox="1"/>
          <p:nvPr/>
        </p:nvSpPr>
        <p:spPr>
          <a:xfrm>
            <a:off x="6250525" y="723375"/>
            <a:ext cx="1921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Light"/>
                <a:ea typeface="Lexend Light"/>
                <a:cs typeface="Lexend Light"/>
                <a:sym typeface="Lexend Light"/>
              </a:rPr>
              <a:t>Email FIJI</a:t>
            </a:r>
            <a:endParaRPr sz="2400">
              <a:solidFill>
                <a:schemeClr val="dk1"/>
              </a:solidFill>
              <a:latin typeface="Lexend Light"/>
              <a:ea typeface="Lexend Light"/>
              <a:cs typeface="Lexend Light"/>
              <a:sym typeface="Lexend Light"/>
            </a:endParaRPr>
          </a:p>
        </p:txBody>
      </p:sp>
      <p:sp>
        <p:nvSpPr>
          <p:cNvPr id="2196" name="Google Shape;2196;p40"/>
          <p:cNvSpPr txBox="1"/>
          <p:nvPr/>
        </p:nvSpPr>
        <p:spPr>
          <a:xfrm>
            <a:off x="6247103" y="2313075"/>
            <a:ext cx="1484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Light"/>
                <a:ea typeface="Lexend Light"/>
                <a:cs typeface="Lexend Light"/>
                <a:sym typeface="Lexend Light"/>
              </a:rPr>
              <a:t>Website</a:t>
            </a:r>
            <a:endParaRPr sz="2400">
              <a:solidFill>
                <a:schemeClr val="dk1"/>
              </a:solidFill>
              <a:latin typeface="Lexend Light"/>
              <a:ea typeface="Lexend Light"/>
              <a:cs typeface="Lexend Light"/>
              <a:sym typeface="Lexend Light"/>
            </a:endParaRPr>
          </a:p>
        </p:txBody>
      </p:sp>
      <p:sp>
        <p:nvSpPr>
          <p:cNvPr id="2197" name="Google Shape;2197;p40"/>
          <p:cNvSpPr txBox="1"/>
          <p:nvPr/>
        </p:nvSpPr>
        <p:spPr>
          <a:xfrm>
            <a:off x="6243621" y="3855250"/>
            <a:ext cx="1865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Light"/>
                <a:ea typeface="Lexend Light"/>
                <a:cs typeface="Lexend Light"/>
                <a:sym typeface="Lexend Light"/>
              </a:rPr>
              <a:t>Email BIT</a:t>
            </a:r>
            <a:endParaRPr sz="2400">
              <a:solidFill>
                <a:schemeClr val="dk1"/>
              </a:solidFill>
              <a:latin typeface="Lexend Light"/>
              <a:ea typeface="Lexend Light"/>
              <a:cs typeface="Lexend Light"/>
              <a:sym typeface="Lexend Light"/>
            </a:endParaRPr>
          </a:p>
        </p:txBody>
      </p:sp>
      <p:sp>
        <p:nvSpPr>
          <p:cNvPr id="2198" name="Google Shape;2198;p40"/>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199" name="Google Shape;2199;p40"/>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200" name="Google Shape;2200;p40"/>
          <p:cNvSpPr/>
          <p:nvPr/>
        </p:nvSpPr>
        <p:spPr>
          <a:xfrm>
            <a:off x="778975" y="1489150"/>
            <a:ext cx="44130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201" name="Google Shape;2201;p40"/>
          <p:cNvGrpSpPr/>
          <p:nvPr/>
        </p:nvGrpSpPr>
        <p:grpSpPr>
          <a:xfrm>
            <a:off x="998129" y="1584808"/>
            <a:ext cx="277873" cy="68400"/>
            <a:chOff x="520925" y="1460325"/>
            <a:chExt cx="277873" cy="68400"/>
          </a:xfrm>
        </p:grpSpPr>
        <p:sp>
          <p:nvSpPr>
            <p:cNvPr id="2202" name="Google Shape;2202;p40"/>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3" name="Google Shape;2203;p40"/>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4" name="Google Shape;2204;p40"/>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205" name="Google Shape;2205;p40"/>
          <p:cNvPicPr preferRelativeResize="0"/>
          <p:nvPr>
            <p:ph idx="2" type="pic"/>
          </p:nvPr>
        </p:nvPicPr>
        <p:blipFill rotWithShape="1">
          <a:blip r:embed="rId3">
            <a:alphaModFix/>
          </a:blip>
          <a:srcRect b="0" l="0" r="0" t="0"/>
          <a:stretch/>
        </p:blipFill>
        <p:spPr>
          <a:xfrm>
            <a:off x="948175" y="1744000"/>
            <a:ext cx="4074600" cy="3011400"/>
          </a:xfrm>
          <a:prstGeom prst="round2SameRect">
            <a:avLst>
              <a:gd fmla="val 1981" name="adj1"/>
              <a:gd fmla="val 0" name="adj2"/>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9" name="Shape 2209"/>
        <p:cNvGrpSpPr/>
        <p:nvPr/>
      </p:nvGrpSpPr>
      <p:grpSpPr>
        <a:xfrm>
          <a:off x="0" y="0"/>
          <a:ext cx="0" cy="0"/>
          <a:chOff x="0" y="0"/>
          <a:chExt cx="0" cy="0"/>
        </a:xfrm>
      </p:grpSpPr>
      <p:grpSp>
        <p:nvGrpSpPr>
          <p:cNvPr id="2210" name="Google Shape;2210;p41"/>
          <p:cNvGrpSpPr/>
          <p:nvPr/>
        </p:nvGrpSpPr>
        <p:grpSpPr>
          <a:xfrm>
            <a:off x="2541640" y="486859"/>
            <a:ext cx="3841564" cy="1014987"/>
            <a:chOff x="3055725" y="715438"/>
            <a:chExt cx="3313407" cy="1014987"/>
          </a:xfrm>
        </p:grpSpPr>
        <p:grpSp>
          <p:nvGrpSpPr>
            <p:cNvPr id="2211" name="Google Shape;2211;p41"/>
            <p:cNvGrpSpPr/>
            <p:nvPr/>
          </p:nvGrpSpPr>
          <p:grpSpPr>
            <a:xfrm>
              <a:off x="3055725" y="715438"/>
              <a:ext cx="3103050" cy="786500"/>
              <a:chOff x="3007925" y="673613"/>
              <a:chExt cx="3103050" cy="786500"/>
            </a:xfrm>
          </p:grpSpPr>
          <p:sp>
            <p:nvSpPr>
              <p:cNvPr id="2212" name="Google Shape;2212;p41"/>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13" name="Google Shape;2213;p41"/>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4" name="Google Shape;2214;p41"/>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5" name="Google Shape;2215;p41"/>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6" name="Google Shape;2216;p41"/>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217" name="Google Shape;2217;p41"/>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218" name="Google Shape;2218;p41"/>
          <p:cNvSpPr txBox="1"/>
          <p:nvPr>
            <p:ph type="title"/>
          </p:nvPr>
        </p:nvSpPr>
        <p:spPr>
          <a:xfrm>
            <a:off x="209775" y="54477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is </a:t>
            </a:r>
            <a:r>
              <a:rPr lang="en">
                <a:solidFill>
                  <a:schemeClr val="lt1"/>
                </a:solidFill>
              </a:rPr>
              <a:t>Linux/Unix</a:t>
            </a:r>
            <a:endParaRPr>
              <a:solidFill>
                <a:schemeClr val="lt1"/>
              </a:solidFill>
            </a:endParaRPr>
          </a:p>
        </p:txBody>
      </p:sp>
      <p:sp>
        <p:nvSpPr>
          <p:cNvPr id="2219" name="Google Shape;2219;p41"/>
          <p:cNvSpPr/>
          <p:nvPr/>
        </p:nvSpPr>
        <p:spPr>
          <a:xfrm>
            <a:off x="341525" y="2319599"/>
            <a:ext cx="4059600" cy="2131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220" name="Google Shape;2220;p41"/>
          <p:cNvGrpSpPr/>
          <p:nvPr/>
        </p:nvGrpSpPr>
        <p:grpSpPr>
          <a:xfrm>
            <a:off x="411700" y="2420932"/>
            <a:ext cx="277873" cy="68400"/>
            <a:chOff x="411700" y="2420932"/>
            <a:chExt cx="277873" cy="68400"/>
          </a:xfrm>
        </p:grpSpPr>
        <p:sp>
          <p:nvSpPr>
            <p:cNvPr id="2221" name="Google Shape;2221;p41"/>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2" name="Google Shape;2222;p41"/>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3" name="Google Shape;2223;p41"/>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24" name="Google Shape;2224;p41"/>
          <p:cNvSpPr/>
          <p:nvPr/>
        </p:nvSpPr>
        <p:spPr>
          <a:xfrm>
            <a:off x="341528" y="15397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Lexend"/>
                <a:ea typeface="Lexend"/>
                <a:cs typeface="Lexend"/>
                <a:sym typeface="Lexend"/>
              </a:rPr>
              <a:t>Linux/Unix</a:t>
            </a:r>
            <a:endParaRPr sz="2000">
              <a:solidFill>
                <a:schemeClr val="dk1"/>
              </a:solidFill>
              <a:latin typeface="Lexend"/>
              <a:ea typeface="Lexend"/>
              <a:cs typeface="Lexend"/>
              <a:sym typeface="Lexend"/>
            </a:endParaRPr>
          </a:p>
        </p:txBody>
      </p:sp>
      <p:sp>
        <p:nvSpPr>
          <p:cNvPr id="2225" name="Google Shape;2225;p41"/>
          <p:cNvSpPr txBox="1"/>
          <p:nvPr>
            <p:ph idx="4" type="subTitle"/>
          </p:nvPr>
        </p:nvSpPr>
        <p:spPr>
          <a:xfrm>
            <a:off x="516425" y="2548200"/>
            <a:ext cx="3736200" cy="1877700"/>
          </a:xfrm>
          <a:prstGeom prst="rect">
            <a:avLst/>
          </a:prstGeom>
        </p:spPr>
        <p:txBody>
          <a:bodyPr anchorCtr="0" anchor="t" bIns="91425" lIns="91425" spcFirstLastPara="1" rIns="91425" wrap="square" tIns="91425">
            <a:spAutoFit/>
          </a:bodyPr>
          <a:lstStyle/>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UNIX: An early operating system, foundation of many modern OSes</a:t>
            </a:r>
            <a:br>
              <a:rPr lang="en" sz="1100">
                <a:latin typeface="Lexend Medium"/>
                <a:ea typeface="Lexend Medium"/>
                <a:cs typeface="Lexend Medium"/>
                <a:sym typeface="Lexend Medium"/>
              </a:rPr>
            </a:br>
            <a:endParaRPr sz="1100">
              <a:latin typeface="Lexend Medium"/>
              <a:ea typeface="Lexend Medium"/>
              <a:cs typeface="Lexend Medium"/>
              <a:sym typeface="Lexend Medium"/>
            </a:endParaRPr>
          </a:p>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Linux: Open-source UNIX-like OS (e.g., Ubuntu, CentOS)</a:t>
            </a:r>
            <a:br>
              <a:rPr lang="en" sz="1100">
                <a:latin typeface="Lexend Medium"/>
                <a:ea typeface="Lexend Medium"/>
                <a:cs typeface="Lexend Medium"/>
                <a:sym typeface="Lexend Medium"/>
              </a:rPr>
            </a:br>
            <a:endParaRPr sz="1100">
              <a:latin typeface="Lexend Medium"/>
              <a:ea typeface="Lexend Medium"/>
              <a:cs typeface="Lexend Medium"/>
              <a:sym typeface="Lexend Medium"/>
            </a:endParaRPr>
          </a:p>
          <a:p>
            <a:pPr indent="-285750" lvl="0" marL="457200" rtl="0" algn="l">
              <a:spcBef>
                <a:spcPts val="0"/>
              </a:spcBef>
              <a:spcAft>
                <a:spcPts val="0"/>
              </a:spcAft>
              <a:buSzPts val="900"/>
              <a:buFont typeface="Lexend Medium"/>
              <a:buChar char="●"/>
            </a:pPr>
            <a:r>
              <a:rPr lang="en" sz="1100">
                <a:latin typeface="Lexend Medium"/>
                <a:ea typeface="Lexend Medium"/>
                <a:cs typeface="Lexend Medium"/>
                <a:sym typeface="Lexend Medium"/>
              </a:rPr>
              <a:t>Powers most servers, cloud infrastructure, and supercomputers</a:t>
            </a:r>
            <a:br>
              <a:rPr lang="en" sz="1100">
                <a:latin typeface="Lexend Medium"/>
                <a:ea typeface="Lexend Medium"/>
                <a:cs typeface="Lexend Medium"/>
                <a:sym typeface="Lexend Medium"/>
              </a:rPr>
            </a:br>
            <a:endParaRPr sz="1100">
              <a:latin typeface="Lexend Medium"/>
              <a:ea typeface="Lexend Medium"/>
              <a:cs typeface="Lexend Medium"/>
              <a:sym typeface="Lexend Medium"/>
            </a:endParaRPr>
          </a:p>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Focus on command-line interface (CLI)</a:t>
            </a:r>
            <a:endParaRPr sz="900">
              <a:latin typeface="Lexend Medium"/>
              <a:ea typeface="Lexend Medium"/>
              <a:cs typeface="Lexend Medium"/>
              <a:sym typeface="Lexend Medium"/>
            </a:endParaRPr>
          </a:p>
        </p:txBody>
      </p:sp>
      <p:sp>
        <p:nvSpPr>
          <p:cNvPr id="2226" name="Google Shape;2226;p41"/>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227" name="Google Shape;2227;p41"/>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228" name="Google Shape;2228;p41"/>
          <p:cNvSpPr/>
          <p:nvPr/>
        </p:nvSpPr>
        <p:spPr>
          <a:xfrm>
            <a:off x="5132350" y="2319600"/>
            <a:ext cx="34374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229" name="Google Shape;2229;p41"/>
          <p:cNvGrpSpPr/>
          <p:nvPr/>
        </p:nvGrpSpPr>
        <p:grpSpPr>
          <a:xfrm>
            <a:off x="5202525" y="2420932"/>
            <a:ext cx="277873" cy="68400"/>
            <a:chOff x="5202525" y="2420932"/>
            <a:chExt cx="277873" cy="68400"/>
          </a:xfrm>
        </p:grpSpPr>
        <p:sp>
          <p:nvSpPr>
            <p:cNvPr id="2230" name="Google Shape;2230;p41"/>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1" name="Google Shape;2231;p41"/>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2" name="Google Shape;2232;p41"/>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233" name="Google Shape;2233;p41"/>
          <p:cNvPicPr preferRelativeResize="0"/>
          <p:nvPr/>
        </p:nvPicPr>
        <p:blipFill>
          <a:blip r:embed="rId3">
            <a:alphaModFix/>
          </a:blip>
          <a:stretch>
            <a:fillRect/>
          </a:stretch>
        </p:blipFill>
        <p:spPr>
          <a:xfrm>
            <a:off x="5869975" y="2489313"/>
            <a:ext cx="1962150" cy="2333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5" name="Shape 2265"/>
        <p:cNvGrpSpPr/>
        <p:nvPr/>
      </p:nvGrpSpPr>
      <p:grpSpPr>
        <a:xfrm>
          <a:off x="0" y="0"/>
          <a:ext cx="0" cy="0"/>
          <a:chOff x="0" y="0"/>
          <a:chExt cx="0" cy="0"/>
        </a:xfrm>
      </p:grpSpPr>
      <p:sp>
        <p:nvSpPr>
          <p:cNvPr id="2266" name="Google Shape;2266;p43"/>
          <p:cNvSpPr/>
          <p:nvPr/>
        </p:nvSpPr>
        <p:spPr>
          <a:xfrm>
            <a:off x="342570" y="2317834"/>
            <a:ext cx="5772900" cy="24330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7" name="Google Shape;2267;p43"/>
          <p:cNvSpPr txBox="1"/>
          <p:nvPr>
            <p:ph idx="4" type="subTitle"/>
          </p:nvPr>
        </p:nvSpPr>
        <p:spPr>
          <a:xfrm>
            <a:off x="342725" y="2548200"/>
            <a:ext cx="5772900" cy="19701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Font typeface="Lexend Medium"/>
              <a:buChar char="●"/>
            </a:pPr>
            <a:r>
              <a:rPr lang="en" sz="1600">
                <a:latin typeface="Lexend Medium"/>
                <a:ea typeface="Lexend Medium"/>
                <a:cs typeface="Lexend Medium"/>
                <a:sym typeface="Lexend Medium"/>
              </a:rPr>
              <a:t>Efficiency &amp; automation (especially for large data)</a:t>
            </a:r>
            <a:br>
              <a:rPr lang="en" sz="1600">
                <a:latin typeface="Lexend Medium"/>
                <a:ea typeface="Lexend Medium"/>
                <a:cs typeface="Lexend Medium"/>
                <a:sym typeface="Lexend Medium"/>
              </a:rPr>
            </a:br>
            <a:endParaRPr sz="1600">
              <a:latin typeface="Lexend Medium"/>
              <a:ea typeface="Lexend Medium"/>
              <a:cs typeface="Lexend Medium"/>
              <a:sym typeface="Lexend Medium"/>
            </a:endParaRPr>
          </a:p>
          <a:p>
            <a:pPr indent="-336550" lvl="0" marL="457200" rtl="0" algn="l">
              <a:spcBef>
                <a:spcPts val="0"/>
              </a:spcBef>
              <a:spcAft>
                <a:spcPts val="0"/>
              </a:spcAft>
              <a:buSzPts val="1700"/>
              <a:buFont typeface="Lexend Light"/>
              <a:buChar char="●"/>
            </a:pPr>
            <a:r>
              <a:rPr lang="en" sz="1600">
                <a:latin typeface="Lexend Medium"/>
                <a:ea typeface="Lexend Medium"/>
                <a:cs typeface="Lexend Medium"/>
                <a:sym typeface="Lexend Medium"/>
              </a:rPr>
              <a:t>Remote access and control (via </a:t>
            </a:r>
            <a:r>
              <a:rPr lang="en" sz="1600">
                <a:solidFill>
                  <a:srgbClr val="188038"/>
                </a:solidFill>
                <a:latin typeface="Lexend Medium"/>
                <a:ea typeface="Lexend Medium"/>
                <a:cs typeface="Lexend Medium"/>
                <a:sym typeface="Lexend Medium"/>
              </a:rPr>
              <a:t>ssh</a:t>
            </a:r>
            <a:r>
              <a:rPr lang="en" sz="1600">
                <a:latin typeface="Lexend Medium"/>
                <a:ea typeface="Lexend Medium"/>
                <a:cs typeface="Lexend Medium"/>
                <a:sym typeface="Lexend Medium"/>
              </a:rPr>
              <a:t>)</a:t>
            </a:r>
            <a:br>
              <a:rPr lang="en" sz="1600">
                <a:latin typeface="Lexend Medium"/>
                <a:ea typeface="Lexend Medium"/>
                <a:cs typeface="Lexend Medium"/>
                <a:sym typeface="Lexend Medium"/>
              </a:rPr>
            </a:br>
            <a:endParaRPr sz="1600">
              <a:latin typeface="Lexend Medium"/>
              <a:ea typeface="Lexend Medium"/>
              <a:cs typeface="Lexend Medium"/>
              <a:sym typeface="Lexend Medium"/>
            </a:endParaRPr>
          </a:p>
          <a:p>
            <a:pPr indent="-336550" lvl="0" marL="457200" rtl="0" algn="l">
              <a:spcBef>
                <a:spcPts val="0"/>
              </a:spcBef>
              <a:spcAft>
                <a:spcPts val="0"/>
              </a:spcAft>
              <a:buSzPts val="1700"/>
              <a:buFont typeface="Lexend Medium"/>
              <a:buChar char="●"/>
            </a:pPr>
            <a:r>
              <a:rPr lang="en" sz="1600">
                <a:latin typeface="Lexend Medium"/>
                <a:ea typeface="Lexend Medium"/>
                <a:cs typeface="Lexend Medium"/>
                <a:sym typeface="Lexend Medium"/>
              </a:rPr>
              <a:t>Reproducibility via scripts</a:t>
            </a:r>
            <a:br>
              <a:rPr lang="en" sz="1600">
                <a:latin typeface="Lexend Medium"/>
                <a:ea typeface="Lexend Medium"/>
                <a:cs typeface="Lexend Medium"/>
                <a:sym typeface="Lexend Medium"/>
              </a:rPr>
            </a:br>
            <a:endParaRPr sz="1600">
              <a:latin typeface="Lexend Medium"/>
              <a:ea typeface="Lexend Medium"/>
              <a:cs typeface="Lexend Medium"/>
              <a:sym typeface="Lexend Medium"/>
            </a:endParaRPr>
          </a:p>
          <a:p>
            <a:pPr indent="-336550" lvl="0" marL="457200" rtl="0" algn="l">
              <a:spcBef>
                <a:spcPts val="0"/>
              </a:spcBef>
              <a:spcAft>
                <a:spcPts val="0"/>
              </a:spcAft>
              <a:buSzPts val="1700"/>
              <a:buFont typeface="Lexend Medium"/>
              <a:buChar char="●"/>
            </a:pPr>
            <a:r>
              <a:rPr lang="en" sz="1600">
                <a:latin typeface="Lexend Medium"/>
                <a:ea typeface="Lexend Medium"/>
                <a:cs typeface="Lexend Medium"/>
                <a:sym typeface="Lexend Medium"/>
              </a:rPr>
              <a:t>Essential for working with HPC clusters like FIJI</a:t>
            </a:r>
            <a:endParaRPr sz="1700">
              <a:latin typeface="Lexend Medium"/>
              <a:ea typeface="Lexend Medium"/>
              <a:cs typeface="Lexend Medium"/>
              <a:sym typeface="Lexend Medium"/>
            </a:endParaRPr>
          </a:p>
        </p:txBody>
      </p:sp>
      <p:sp>
        <p:nvSpPr>
          <p:cNvPr id="2268" name="Google Shape;2268;p43"/>
          <p:cNvSpPr/>
          <p:nvPr/>
        </p:nvSpPr>
        <p:spPr>
          <a:xfrm>
            <a:off x="6653284" y="2317834"/>
            <a:ext cx="2149200" cy="24330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9" name="Google Shape;2269;p43"/>
          <p:cNvSpPr/>
          <p:nvPr/>
        </p:nvSpPr>
        <p:spPr>
          <a:xfrm>
            <a:off x="6791859" y="4147459"/>
            <a:ext cx="1080900" cy="4515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Tips</a:t>
            </a:r>
            <a:endParaRPr sz="2400">
              <a:solidFill>
                <a:schemeClr val="dk1"/>
              </a:solidFill>
              <a:latin typeface="Lexend"/>
              <a:ea typeface="Lexend"/>
              <a:cs typeface="Lexend"/>
              <a:sym typeface="Lexend"/>
            </a:endParaRPr>
          </a:p>
        </p:txBody>
      </p:sp>
      <p:grpSp>
        <p:nvGrpSpPr>
          <p:cNvPr id="2270" name="Google Shape;2270;p43"/>
          <p:cNvGrpSpPr/>
          <p:nvPr/>
        </p:nvGrpSpPr>
        <p:grpSpPr>
          <a:xfrm>
            <a:off x="6723459" y="2419159"/>
            <a:ext cx="277873" cy="68400"/>
            <a:chOff x="6723459" y="2419159"/>
            <a:chExt cx="277873" cy="68400"/>
          </a:xfrm>
        </p:grpSpPr>
        <p:sp>
          <p:nvSpPr>
            <p:cNvPr id="2271" name="Google Shape;2271;p43"/>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2" name="Google Shape;2272;p43"/>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3" name="Google Shape;2273;p43"/>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274" name="Google Shape;2274;p43"/>
          <p:cNvGrpSpPr/>
          <p:nvPr/>
        </p:nvGrpSpPr>
        <p:grpSpPr>
          <a:xfrm>
            <a:off x="412745" y="2419159"/>
            <a:ext cx="277873" cy="68400"/>
            <a:chOff x="412745" y="2419159"/>
            <a:chExt cx="277873" cy="68400"/>
          </a:xfrm>
        </p:grpSpPr>
        <p:sp>
          <p:nvSpPr>
            <p:cNvPr id="2275" name="Google Shape;2275;p43"/>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6" name="Google Shape;2276;p43"/>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7" name="Google Shape;2277;p43"/>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78" name="Google Shape;2278;p43"/>
          <p:cNvSpPr txBox="1"/>
          <p:nvPr>
            <p:ph idx="5" type="subTitle"/>
          </p:nvPr>
        </p:nvSpPr>
        <p:spPr>
          <a:xfrm>
            <a:off x="6723450" y="2548200"/>
            <a:ext cx="2085000" cy="11082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a:t>Google, LLMs, forums, are your friend. It is impossible to remember everything. Get good at looking things up</a:t>
            </a:r>
            <a:endParaRPr/>
          </a:p>
        </p:txBody>
      </p:sp>
      <p:sp>
        <p:nvSpPr>
          <p:cNvPr id="2279" name="Google Shape;2279;p43"/>
          <p:cNvSpPr txBox="1"/>
          <p:nvPr>
            <p:ph type="title"/>
          </p:nvPr>
        </p:nvSpPr>
        <p:spPr>
          <a:xfrm>
            <a:off x="209775" y="468575"/>
            <a:ext cx="50160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use Command Line</a:t>
            </a:r>
            <a:endParaRPr/>
          </a:p>
        </p:txBody>
      </p:sp>
      <p:sp>
        <p:nvSpPr>
          <p:cNvPr id="2280" name="Google Shape;2280;p43"/>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281" name="Google Shape;2281;p43"/>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5" name="Shape 2285"/>
        <p:cNvGrpSpPr/>
        <p:nvPr/>
      </p:nvGrpSpPr>
      <p:grpSpPr>
        <a:xfrm>
          <a:off x="0" y="0"/>
          <a:ext cx="0" cy="0"/>
          <a:chOff x="0" y="0"/>
          <a:chExt cx="0" cy="0"/>
        </a:xfrm>
      </p:grpSpPr>
      <p:sp>
        <p:nvSpPr>
          <p:cNvPr id="2286" name="Google Shape;2286;p44"/>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287" name="Google Shape;2287;p44"/>
          <p:cNvGrpSpPr/>
          <p:nvPr/>
        </p:nvGrpSpPr>
        <p:grpSpPr>
          <a:xfrm>
            <a:off x="427350" y="1434150"/>
            <a:ext cx="277873" cy="68400"/>
            <a:chOff x="520925" y="1460325"/>
            <a:chExt cx="277873" cy="68400"/>
          </a:xfrm>
        </p:grpSpPr>
        <p:sp>
          <p:nvSpPr>
            <p:cNvPr id="2288" name="Google Shape;2288;p44"/>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9" name="Google Shape;2289;p44"/>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0" name="Google Shape;2290;p44"/>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91" name="Google Shape;2291;p44"/>
          <p:cNvSpPr txBox="1"/>
          <p:nvPr>
            <p:ph type="title"/>
          </p:nvPr>
        </p:nvSpPr>
        <p:spPr>
          <a:xfrm>
            <a:off x="209775" y="468575"/>
            <a:ext cx="72030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Basic Linux Commands</a:t>
            </a:r>
            <a:endParaRPr/>
          </a:p>
        </p:txBody>
      </p:sp>
      <p:sp>
        <p:nvSpPr>
          <p:cNvPr id="2292" name="Google Shape;2292;p44"/>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293" name="Google Shape;2293;p44"/>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graphicFrame>
        <p:nvGraphicFramePr>
          <p:cNvPr id="2294" name="Google Shape;2294;p44"/>
          <p:cNvGraphicFramePr/>
          <p:nvPr/>
        </p:nvGraphicFramePr>
        <p:xfrm>
          <a:off x="974450" y="1588825"/>
          <a:ext cx="3000000" cy="3000000"/>
        </p:xfrm>
        <a:graphic>
          <a:graphicData uri="http://schemas.openxmlformats.org/drawingml/2006/table">
            <a:tbl>
              <a:tblPr>
                <a:noFill/>
                <a:tableStyleId>{FC7EE060-DB5B-4263-B405-02E1025D4BB2}</a:tableStyleId>
              </a:tblPr>
              <a:tblGrid>
                <a:gridCol w="3601500"/>
                <a:gridCol w="3601500"/>
              </a:tblGrid>
              <a:tr h="302550">
                <a:tc>
                  <a:txBody>
                    <a:bodyPr/>
                    <a:lstStyle/>
                    <a:p>
                      <a:pPr indent="0" lvl="0" marL="0" rtl="0" algn="ctr">
                        <a:lnSpc>
                          <a:spcPct val="115000"/>
                        </a:lnSpc>
                        <a:spcBef>
                          <a:spcPts val="0"/>
                        </a:spcBef>
                        <a:spcAft>
                          <a:spcPts val="0"/>
                        </a:spcAft>
                        <a:buNone/>
                      </a:pPr>
                      <a:r>
                        <a:rPr b="1" lang="en">
                          <a:latin typeface="Lexend"/>
                          <a:ea typeface="Lexend"/>
                          <a:cs typeface="Lexend"/>
                          <a:sym typeface="Lexend"/>
                        </a:rPr>
                        <a:t>Command</a:t>
                      </a:r>
                      <a:endParaRPr b="1">
                        <a:latin typeface="Lexend"/>
                        <a:ea typeface="Lexend"/>
                        <a:cs typeface="Lexend"/>
                        <a:sym typeface="Lexend"/>
                      </a:endParaRPr>
                    </a:p>
                  </a:txBody>
                  <a:tcPr marT="91425" marB="91425" marR="91425" marL="91425"/>
                </a:tc>
                <a:tc>
                  <a:txBody>
                    <a:bodyPr/>
                    <a:lstStyle/>
                    <a:p>
                      <a:pPr indent="0" lvl="0" marL="0" rtl="0" algn="ctr">
                        <a:lnSpc>
                          <a:spcPct val="115000"/>
                        </a:lnSpc>
                        <a:spcBef>
                          <a:spcPts val="0"/>
                        </a:spcBef>
                        <a:spcAft>
                          <a:spcPts val="0"/>
                        </a:spcAft>
                        <a:buNone/>
                      </a:pPr>
                      <a:r>
                        <a:rPr b="1" lang="en">
                          <a:latin typeface="Lexend"/>
                          <a:ea typeface="Lexend"/>
                          <a:cs typeface="Lexend"/>
                          <a:sym typeface="Lexend"/>
                        </a:rPr>
                        <a:t>Description</a:t>
                      </a:r>
                      <a:endParaRPr b="1">
                        <a:latin typeface="Lexend"/>
                        <a:ea typeface="Lexend"/>
                        <a:cs typeface="Lexend"/>
                        <a:sym typeface="Lexend"/>
                      </a:endParaRPr>
                    </a:p>
                  </a:txBody>
                  <a:tcPr marT="91425" marB="91425" marR="91425" marL="91425"/>
                </a:tc>
              </a:tr>
              <a:tr h="342025">
                <a:tc>
                  <a:txBody>
                    <a:bodyPr/>
                    <a:lstStyle/>
                    <a:p>
                      <a:pPr indent="0" lvl="0" marL="0" rtl="0" algn="l">
                        <a:spcBef>
                          <a:spcPts val="0"/>
                        </a:spcBef>
                        <a:spcAft>
                          <a:spcPts val="0"/>
                        </a:spcAft>
                        <a:buNone/>
                      </a:pPr>
                      <a:r>
                        <a:rPr lang="en" sz="800">
                          <a:solidFill>
                            <a:srgbClr val="188038"/>
                          </a:solidFill>
                          <a:latin typeface="Lexend"/>
                          <a:ea typeface="Lexend"/>
                          <a:cs typeface="Lexend"/>
                          <a:sym typeface="Lexend"/>
                        </a:rPr>
                        <a:t>pwd</a:t>
                      </a:r>
                      <a:endParaRPr sz="800">
                        <a:solidFill>
                          <a:srgbClr val="188038"/>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Print working directory</a:t>
                      </a:r>
                      <a:endParaRPr sz="1100">
                        <a:latin typeface="Lexend"/>
                        <a:ea typeface="Lexend"/>
                        <a:cs typeface="Lexend"/>
                        <a:sym typeface="Lexend"/>
                      </a:endParaRPr>
                    </a:p>
                  </a:txBody>
                  <a:tcPr marT="91425" marB="91425" marR="91425" marL="91425"/>
                </a:tc>
              </a:tr>
              <a:tr h="342025">
                <a:tc>
                  <a:txBody>
                    <a:bodyPr/>
                    <a:lstStyle/>
                    <a:p>
                      <a:pPr indent="0" lvl="0" marL="0" rtl="0" algn="l">
                        <a:spcBef>
                          <a:spcPts val="0"/>
                        </a:spcBef>
                        <a:spcAft>
                          <a:spcPts val="0"/>
                        </a:spcAft>
                        <a:buNone/>
                      </a:pPr>
                      <a:r>
                        <a:rPr lang="en" sz="800">
                          <a:solidFill>
                            <a:srgbClr val="188038"/>
                          </a:solidFill>
                          <a:latin typeface="Lexend"/>
                          <a:ea typeface="Lexend"/>
                          <a:cs typeface="Lexend"/>
                          <a:sym typeface="Lexend"/>
                        </a:rPr>
                        <a:t>ls</a:t>
                      </a:r>
                      <a:endParaRPr sz="800">
                        <a:solidFill>
                          <a:srgbClr val="188038"/>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List files in current directory</a:t>
                      </a:r>
                      <a:endParaRPr sz="1100">
                        <a:latin typeface="Lexend"/>
                        <a:ea typeface="Lexend"/>
                        <a:cs typeface="Lexend"/>
                        <a:sym typeface="Lexend"/>
                      </a:endParaRPr>
                    </a:p>
                  </a:txBody>
                  <a:tcPr marT="91425" marB="91425" marR="91425" marL="91425"/>
                </a:tc>
              </a:tr>
              <a:tr h="342025">
                <a:tc>
                  <a:txBody>
                    <a:bodyPr/>
                    <a:lstStyle/>
                    <a:p>
                      <a:pPr indent="0" lvl="0" marL="0" rtl="0" algn="l">
                        <a:spcBef>
                          <a:spcPts val="0"/>
                        </a:spcBef>
                        <a:spcAft>
                          <a:spcPts val="0"/>
                        </a:spcAft>
                        <a:buNone/>
                      </a:pPr>
                      <a:r>
                        <a:rPr lang="en" sz="800">
                          <a:solidFill>
                            <a:srgbClr val="188038"/>
                          </a:solidFill>
                          <a:latin typeface="Lexend"/>
                          <a:ea typeface="Lexend"/>
                          <a:cs typeface="Lexend"/>
                          <a:sym typeface="Lexend"/>
                        </a:rPr>
                        <a:t>cd</a:t>
                      </a:r>
                      <a:endParaRPr sz="800">
                        <a:solidFill>
                          <a:srgbClr val="188038"/>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Change directory</a:t>
                      </a:r>
                      <a:endParaRPr sz="1100">
                        <a:latin typeface="Lexend"/>
                        <a:ea typeface="Lexend"/>
                        <a:cs typeface="Lexend"/>
                        <a:sym typeface="Lexend"/>
                      </a:endParaRPr>
                    </a:p>
                  </a:txBody>
                  <a:tcPr marT="91425" marB="91425" marR="91425" marL="91425"/>
                </a:tc>
              </a:tr>
              <a:tr h="342025">
                <a:tc>
                  <a:txBody>
                    <a:bodyPr/>
                    <a:lstStyle/>
                    <a:p>
                      <a:pPr indent="0" lvl="0" marL="0" rtl="0" algn="l">
                        <a:spcBef>
                          <a:spcPts val="0"/>
                        </a:spcBef>
                        <a:spcAft>
                          <a:spcPts val="0"/>
                        </a:spcAft>
                        <a:buNone/>
                      </a:pPr>
                      <a:r>
                        <a:rPr lang="en" sz="800">
                          <a:solidFill>
                            <a:srgbClr val="188038"/>
                          </a:solidFill>
                          <a:latin typeface="Lexend"/>
                          <a:ea typeface="Lexend"/>
                          <a:cs typeface="Lexend"/>
                          <a:sym typeface="Lexend"/>
                        </a:rPr>
                        <a:t>mkdir</a:t>
                      </a:r>
                      <a:endParaRPr sz="800">
                        <a:solidFill>
                          <a:srgbClr val="188038"/>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Make new directory</a:t>
                      </a:r>
                      <a:endParaRPr sz="1100">
                        <a:latin typeface="Lexend"/>
                        <a:ea typeface="Lexend"/>
                        <a:cs typeface="Lexend"/>
                        <a:sym typeface="Lexend"/>
                      </a:endParaRPr>
                    </a:p>
                  </a:txBody>
                  <a:tcPr marT="91425" marB="91425" marR="91425" marL="91425"/>
                </a:tc>
              </a:tr>
              <a:tr h="342025">
                <a:tc>
                  <a:txBody>
                    <a:bodyPr/>
                    <a:lstStyle/>
                    <a:p>
                      <a:pPr indent="0" lvl="0" marL="0" rtl="0" algn="l">
                        <a:spcBef>
                          <a:spcPts val="0"/>
                        </a:spcBef>
                        <a:spcAft>
                          <a:spcPts val="0"/>
                        </a:spcAft>
                        <a:buNone/>
                      </a:pPr>
                      <a:r>
                        <a:rPr lang="en" sz="800">
                          <a:solidFill>
                            <a:srgbClr val="188038"/>
                          </a:solidFill>
                          <a:latin typeface="Lexend"/>
                          <a:ea typeface="Lexend"/>
                          <a:cs typeface="Lexend"/>
                          <a:sym typeface="Lexend"/>
                        </a:rPr>
                        <a:t>touch</a:t>
                      </a:r>
                      <a:endParaRPr sz="800">
                        <a:solidFill>
                          <a:srgbClr val="188038"/>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Create empty file</a:t>
                      </a:r>
                      <a:endParaRPr sz="1100">
                        <a:latin typeface="Lexend"/>
                        <a:ea typeface="Lexend"/>
                        <a:cs typeface="Lexend"/>
                        <a:sym typeface="Lexend"/>
                      </a:endParaRPr>
                    </a:p>
                  </a:txBody>
                  <a:tcPr marT="91425" marB="91425" marR="91425" marL="91425"/>
                </a:tc>
              </a:tr>
              <a:tr h="342025">
                <a:tc>
                  <a:txBody>
                    <a:bodyPr/>
                    <a:lstStyle/>
                    <a:p>
                      <a:pPr indent="0" lvl="0" marL="0" rtl="0" algn="l">
                        <a:spcBef>
                          <a:spcPts val="0"/>
                        </a:spcBef>
                        <a:spcAft>
                          <a:spcPts val="0"/>
                        </a:spcAft>
                        <a:buNone/>
                      </a:pPr>
                      <a:r>
                        <a:rPr lang="en" sz="800">
                          <a:solidFill>
                            <a:srgbClr val="188038"/>
                          </a:solidFill>
                          <a:latin typeface="Lexend"/>
                          <a:ea typeface="Lexend"/>
                          <a:cs typeface="Lexend"/>
                          <a:sym typeface="Lexend"/>
                        </a:rPr>
                        <a:t>cp</a:t>
                      </a:r>
                      <a:r>
                        <a:rPr lang="en" sz="800">
                          <a:latin typeface="Lexend"/>
                          <a:ea typeface="Lexend"/>
                          <a:cs typeface="Lexend"/>
                          <a:sym typeface="Lexend"/>
                        </a:rPr>
                        <a:t> / </a:t>
                      </a:r>
                      <a:r>
                        <a:rPr lang="en" sz="800">
                          <a:solidFill>
                            <a:srgbClr val="188038"/>
                          </a:solidFill>
                          <a:latin typeface="Lexend"/>
                          <a:ea typeface="Lexend"/>
                          <a:cs typeface="Lexend"/>
                          <a:sym typeface="Lexend"/>
                        </a:rPr>
                        <a:t>mv</a:t>
                      </a:r>
                      <a:endParaRPr sz="800">
                        <a:solidFill>
                          <a:srgbClr val="188038"/>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Copy / move files</a:t>
                      </a:r>
                      <a:endParaRPr sz="1100">
                        <a:latin typeface="Lexend"/>
                        <a:ea typeface="Lexend"/>
                        <a:cs typeface="Lexend"/>
                        <a:sym typeface="Lexend"/>
                      </a:endParaRPr>
                    </a:p>
                  </a:txBody>
                  <a:tcPr marT="91425" marB="91425" marR="91425" marL="91425"/>
                </a:tc>
              </a:tr>
              <a:tr h="342025">
                <a:tc>
                  <a:txBody>
                    <a:bodyPr/>
                    <a:lstStyle/>
                    <a:p>
                      <a:pPr indent="0" lvl="0" marL="0" rtl="0" algn="l">
                        <a:spcBef>
                          <a:spcPts val="0"/>
                        </a:spcBef>
                        <a:spcAft>
                          <a:spcPts val="0"/>
                        </a:spcAft>
                        <a:buNone/>
                      </a:pPr>
                      <a:r>
                        <a:rPr lang="en" sz="800">
                          <a:solidFill>
                            <a:srgbClr val="188038"/>
                          </a:solidFill>
                          <a:latin typeface="Lexend"/>
                          <a:ea typeface="Lexend"/>
                          <a:cs typeface="Lexend"/>
                          <a:sym typeface="Lexend"/>
                        </a:rPr>
                        <a:t>rm</a:t>
                      </a:r>
                      <a:endParaRPr sz="800">
                        <a:solidFill>
                          <a:srgbClr val="188038"/>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Delete files</a:t>
                      </a:r>
                      <a:endParaRPr sz="1100">
                        <a:latin typeface="Lexend"/>
                        <a:ea typeface="Lexend"/>
                        <a:cs typeface="Lexend"/>
                        <a:sym typeface="Lexend"/>
                      </a:endParaRPr>
                    </a:p>
                  </a:txBody>
                  <a:tcPr marT="91425" marB="91425" marR="91425" marL="91425"/>
                </a:tc>
              </a:tr>
              <a:tr h="342025">
                <a:tc>
                  <a:txBody>
                    <a:bodyPr/>
                    <a:lstStyle/>
                    <a:p>
                      <a:pPr indent="0" lvl="0" marL="0" rtl="0" algn="l">
                        <a:spcBef>
                          <a:spcPts val="0"/>
                        </a:spcBef>
                        <a:spcAft>
                          <a:spcPts val="0"/>
                        </a:spcAft>
                        <a:buNone/>
                      </a:pPr>
                      <a:r>
                        <a:rPr lang="en" sz="800">
                          <a:solidFill>
                            <a:srgbClr val="188038"/>
                          </a:solidFill>
                          <a:latin typeface="Lexend"/>
                          <a:ea typeface="Lexend"/>
                          <a:cs typeface="Lexend"/>
                          <a:sym typeface="Lexend"/>
                        </a:rPr>
                        <a:t>man</a:t>
                      </a:r>
                      <a:endParaRPr sz="800">
                        <a:solidFill>
                          <a:srgbClr val="188038"/>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Show manual for command</a:t>
                      </a:r>
                      <a:endParaRPr sz="1100">
                        <a:latin typeface="Lexend"/>
                        <a:ea typeface="Lexend"/>
                        <a:cs typeface="Lexend"/>
                        <a:sym typeface="Lexend"/>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8" name="Shape 2298"/>
        <p:cNvGrpSpPr/>
        <p:nvPr/>
      </p:nvGrpSpPr>
      <p:grpSpPr>
        <a:xfrm>
          <a:off x="0" y="0"/>
          <a:ext cx="0" cy="0"/>
          <a:chOff x="0" y="0"/>
          <a:chExt cx="0" cy="0"/>
        </a:xfrm>
      </p:grpSpPr>
      <p:sp>
        <p:nvSpPr>
          <p:cNvPr id="2299" name="Google Shape;2299;p45"/>
          <p:cNvSpPr/>
          <p:nvPr/>
        </p:nvSpPr>
        <p:spPr>
          <a:xfrm>
            <a:off x="342570" y="2317834"/>
            <a:ext cx="5772900" cy="24330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0" name="Google Shape;2300;p45"/>
          <p:cNvSpPr txBox="1"/>
          <p:nvPr>
            <p:ph idx="4" type="subTitle"/>
          </p:nvPr>
        </p:nvSpPr>
        <p:spPr>
          <a:xfrm>
            <a:off x="342725" y="2548200"/>
            <a:ext cx="5772900" cy="19239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Font typeface="Lexend Medium"/>
              <a:buChar char="●"/>
            </a:pPr>
            <a:r>
              <a:rPr lang="en" sz="1600">
                <a:latin typeface="Lexend Medium"/>
                <a:ea typeface="Lexend Medium"/>
                <a:cs typeface="Lexend Medium"/>
                <a:sym typeface="Lexend Medium"/>
              </a:rPr>
              <a:t>General format:</a:t>
            </a:r>
            <a:endParaRPr sz="1600">
              <a:latin typeface="Lexend Medium"/>
              <a:ea typeface="Lexend Medium"/>
              <a:cs typeface="Lexend Medium"/>
              <a:sym typeface="Lexend Medium"/>
            </a:endParaRPr>
          </a:p>
          <a:p>
            <a:pPr indent="-330200" lvl="1" marL="9144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Command [options] [arguments]</a:t>
            </a:r>
            <a:endParaRPr sz="1600">
              <a:latin typeface="Lexend Medium"/>
              <a:ea typeface="Lexend Medium"/>
              <a:cs typeface="Lexend Medium"/>
              <a:sym typeface="Lexend Medium"/>
            </a:endParaRPr>
          </a:p>
          <a:p>
            <a:pPr indent="-330200" lvl="0" marL="457200" rtl="0" algn="l">
              <a:spcBef>
                <a:spcPts val="0"/>
              </a:spcBef>
              <a:spcAft>
                <a:spcPts val="0"/>
              </a:spcAft>
              <a:buSzPts val="1600"/>
              <a:buFont typeface="Lexend Medium"/>
              <a:buChar char="●"/>
            </a:pPr>
            <a:r>
              <a:rPr lang="en" sz="1600">
                <a:latin typeface="Lexend Medium"/>
                <a:ea typeface="Lexend Medium"/>
                <a:cs typeface="Lexend Medium"/>
                <a:sym typeface="Lexend Medium"/>
              </a:rPr>
              <a:t>Example:</a:t>
            </a:r>
            <a:endParaRPr sz="1600">
              <a:latin typeface="Lexend Medium"/>
              <a:ea typeface="Lexend Medium"/>
              <a:cs typeface="Lexend Medium"/>
              <a:sym typeface="Lexend Medium"/>
            </a:endParaRPr>
          </a:p>
          <a:p>
            <a:pPr indent="-330200" lvl="1" marL="9144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ls -l /home/</a:t>
            </a:r>
            <a:endParaRPr sz="1600">
              <a:latin typeface="Lexend Medium"/>
              <a:ea typeface="Lexend Medium"/>
              <a:cs typeface="Lexend Medium"/>
              <a:sym typeface="Lexend Medium"/>
            </a:endParaRPr>
          </a:p>
          <a:p>
            <a:pPr indent="-330200" lvl="2" marL="13716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ls</a:t>
            </a:r>
            <a:r>
              <a:rPr lang="en" sz="1600">
                <a:latin typeface="Lexend Medium"/>
                <a:ea typeface="Lexend Medium"/>
                <a:cs typeface="Lexend Medium"/>
                <a:sym typeface="Lexend Medium"/>
              </a:rPr>
              <a:t>: list files</a:t>
            </a:r>
            <a:endParaRPr sz="1600">
              <a:latin typeface="Lexend Medium"/>
              <a:ea typeface="Lexend Medium"/>
              <a:cs typeface="Lexend Medium"/>
              <a:sym typeface="Lexend Medium"/>
            </a:endParaRPr>
          </a:p>
          <a:p>
            <a:pPr indent="-330200" lvl="2" marL="13716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-l</a:t>
            </a:r>
            <a:r>
              <a:rPr lang="en" sz="1600">
                <a:latin typeface="Lexend Medium"/>
                <a:ea typeface="Lexend Medium"/>
                <a:cs typeface="Lexend Medium"/>
                <a:sym typeface="Lexend Medium"/>
              </a:rPr>
              <a:t>: long format (optional/flag)</a:t>
            </a:r>
            <a:endParaRPr sz="1600">
              <a:latin typeface="Lexend Medium"/>
              <a:ea typeface="Lexend Medium"/>
              <a:cs typeface="Lexend Medium"/>
              <a:sym typeface="Lexend Medium"/>
            </a:endParaRPr>
          </a:p>
          <a:p>
            <a:pPr indent="-330200" lvl="2" marL="13716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/home/</a:t>
            </a:r>
            <a:r>
              <a:rPr lang="en" sz="1600">
                <a:latin typeface="Lexend Medium"/>
                <a:ea typeface="Lexend Medium"/>
                <a:cs typeface="Lexend Medium"/>
                <a:sym typeface="Lexend Medium"/>
              </a:rPr>
              <a:t>: directory (argument)</a:t>
            </a:r>
            <a:endParaRPr sz="1600">
              <a:latin typeface="Lexend Medium"/>
              <a:ea typeface="Lexend Medium"/>
              <a:cs typeface="Lexend Medium"/>
              <a:sym typeface="Lexend Medium"/>
            </a:endParaRPr>
          </a:p>
        </p:txBody>
      </p:sp>
      <p:sp>
        <p:nvSpPr>
          <p:cNvPr id="2301" name="Google Shape;2301;p45"/>
          <p:cNvSpPr/>
          <p:nvPr/>
        </p:nvSpPr>
        <p:spPr>
          <a:xfrm>
            <a:off x="6653284" y="2317834"/>
            <a:ext cx="2149200" cy="24330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2" name="Google Shape;2302;p45"/>
          <p:cNvSpPr/>
          <p:nvPr/>
        </p:nvSpPr>
        <p:spPr>
          <a:xfrm>
            <a:off x="6791859" y="4147459"/>
            <a:ext cx="1080900" cy="4515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Tips</a:t>
            </a:r>
            <a:endParaRPr sz="2400">
              <a:solidFill>
                <a:schemeClr val="dk1"/>
              </a:solidFill>
              <a:latin typeface="Lexend"/>
              <a:ea typeface="Lexend"/>
              <a:cs typeface="Lexend"/>
              <a:sym typeface="Lexend"/>
            </a:endParaRPr>
          </a:p>
        </p:txBody>
      </p:sp>
      <p:grpSp>
        <p:nvGrpSpPr>
          <p:cNvPr id="2303" name="Google Shape;2303;p45"/>
          <p:cNvGrpSpPr/>
          <p:nvPr/>
        </p:nvGrpSpPr>
        <p:grpSpPr>
          <a:xfrm>
            <a:off x="6723459" y="2419159"/>
            <a:ext cx="277873" cy="68400"/>
            <a:chOff x="6723459" y="2419159"/>
            <a:chExt cx="277873" cy="68400"/>
          </a:xfrm>
        </p:grpSpPr>
        <p:sp>
          <p:nvSpPr>
            <p:cNvPr id="2304" name="Google Shape;2304;p45"/>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5" name="Google Shape;2305;p45"/>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6" name="Google Shape;2306;p45"/>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307" name="Google Shape;2307;p45"/>
          <p:cNvGrpSpPr/>
          <p:nvPr/>
        </p:nvGrpSpPr>
        <p:grpSpPr>
          <a:xfrm>
            <a:off x="412745" y="2419159"/>
            <a:ext cx="277873" cy="68400"/>
            <a:chOff x="412745" y="2419159"/>
            <a:chExt cx="277873" cy="68400"/>
          </a:xfrm>
        </p:grpSpPr>
        <p:sp>
          <p:nvSpPr>
            <p:cNvPr id="2308" name="Google Shape;2308;p45"/>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9" name="Google Shape;2309;p45"/>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0" name="Google Shape;2310;p45"/>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11" name="Google Shape;2311;p45"/>
          <p:cNvSpPr txBox="1"/>
          <p:nvPr>
            <p:ph idx="5" type="subTitle"/>
          </p:nvPr>
        </p:nvSpPr>
        <p:spPr>
          <a:xfrm>
            <a:off x="6723450" y="2548200"/>
            <a:ext cx="2085000" cy="1477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a:t>Most commands you will use have the argument of </a:t>
            </a:r>
            <a:r>
              <a:rPr lang="en">
                <a:solidFill>
                  <a:srgbClr val="188038"/>
                </a:solidFill>
                <a:latin typeface="Roboto Mono"/>
                <a:ea typeface="Roboto Mono"/>
                <a:cs typeface="Roboto Mono"/>
                <a:sym typeface="Roboto Mono"/>
              </a:rPr>
              <a:t>-h</a:t>
            </a:r>
            <a:r>
              <a:rPr lang="en"/>
              <a:t>: which is the help argument giving you more information about the options and arguments</a:t>
            </a:r>
            <a:endParaRPr/>
          </a:p>
        </p:txBody>
      </p:sp>
      <p:sp>
        <p:nvSpPr>
          <p:cNvPr id="2312" name="Google Shape;2312;p45"/>
          <p:cNvSpPr txBox="1"/>
          <p:nvPr>
            <p:ph type="title"/>
          </p:nvPr>
        </p:nvSpPr>
        <p:spPr>
          <a:xfrm>
            <a:off x="209775" y="468575"/>
            <a:ext cx="50160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Linux Command Structure</a:t>
            </a:r>
            <a:endParaRPr/>
          </a:p>
        </p:txBody>
      </p:sp>
      <p:sp>
        <p:nvSpPr>
          <p:cNvPr id="2313" name="Google Shape;2313;p45"/>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314" name="Google Shape;2314;p45"/>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8" name="Shape 2318"/>
        <p:cNvGrpSpPr/>
        <p:nvPr/>
      </p:nvGrpSpPr>
      <p:grpSpPr>
        <a:xfrm>
          <a:off x="0" y="0"/>
          <a:ext cx="0" cy="0"/>
          <a:chOff x="0" y="0"/>
          <a:chExt cx="0" cy="0"/>
        </a:xfrm>
      </p:grpSpPr>
      <p:sp>
        <p:nvSpPr>
          <p:cNvPr id="2319" name="Google Shape;2319;p46"/>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320" name="Google Shape;2320;p46"/>
          <p:cNvGrpSpPr/>
          <p:nvPr/>
        </p:nvGrpSpPr>
        <p:grpSpPr>
          <a:xfrm>
            <a:off x="427350" y="1434150"/>
            <a:ext cx="277873" cy="68400"/>
            <a:chOff x="520925" y="1460325"/>
            <a:chExt cx="277873" cy="68400"/>
          </a:xfrm>
        </p:grpSpPr>
        <p:sp>
          <p:nvSpPr>
            <p:cNvPr id="2321" name="Google Shape;2321;p46"/>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2" name="Google Shape;2322;p46"/>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3" name="Google Shape;2323;p46"/>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24" name="Google Shape;2324;p46"/>
          <p:cNvSpPr txBox="1"/>
          <p:nvPr>
            <p:ph type="title"/>
          </p:nvPr>
        </p:nvSpPr>
        <p:spPr>
          <a:xfrm>
            <a:off x="209775" y="468575"/>
            <a:ext cx="72030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Commonly Used Flags </a:t>
            </a:r>
            <a:endParaRPr/>
          </a:p>
        </p:txBody>
      </p:sp>
      <p:sp>
        <p:nvSpPr>
          <p:cNvPr id="2325" name="Google Shape;2325;p46"/>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326" name="Google Shape;2326;p46"/>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graphicFrame>
        <p:nvGraphicFramePr>
          <p:cNvPr id="2327" name="Google Shape;2327;p46"/>
          <p:cNvGraphicFramePr/>
          <p:nvPr/>
        </p:nvGraphicFramePr>
        <p:xfrm>
          <a:off x="956450" y="1508100"/>
          <a:ext cx="3000000" cy="3000000"/>
        </p:xfrm>
        <a:graphic>
          <a:graphicData uri="http://schemas.openxmlformats.org/drawingml/2006/table">
            <a:tbl>
              <a:tblPr>
                <a:noFill/>
                <a:tableStyleId>{FC7EE060-DB5B-4263-B405-02E1025D4BB2}</a:tableStyleId>
              </a:tblPr>
              <a:tblGrid>
                <a:gridCol w="2413000"/>
                <a:gridCol w="2413000"/>
                <a:gridCol w="2413000"/>
              </a:tblGrid>
              <a:tr h="381000">
                <a:tc>
                  <a:txBody>
                    <a:bodyPr/>
                    <a:lstStyle/>
                    <a:p>
                      <a:pPr indent="0" lvl="0" marL="0" rtl="0" algn="ctr">
                        <a:lnSpc>
                          <a:spcPct val="115000"/>
                        </a:lnSpc>
                        <a:spcBef>
                          <a:spcPts val="0"/>
                        </a:spcBef>
                        <a:spcAft>
                          <a:spcPts val="0"/>
                        </a:spcAft>
                        <a:buNone/>
                      </a:pPr>
                      <a:r>
                        <a:rPr b="1" lang="en" sz="1100"/>
                        <a:t>Command</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Common Flags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Description</a:t>
                      </a:r>
                      <a:endParaRPr b="1" sz="1100"/>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ls</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-l</a:t>
                      </a:r>
                      <a:r>
                        <a:rPr lang="en" sz="1100"/>
                        <a:t>, </a:t>
                      </a:r>
                      <a:r>
                        <a:rPr lang="en" sz="1100">
                          <a:solidFill>
                            <a:srgbClr val="188038"/>
                          </a:solidFill>
                          <a:latin typeface="Roboto Mono"/>
                          <a:ea typeface="Roboto Mono"/>
                          <a:cs typeface="Roboto Mono"/>
                          <a:sym typeface="Roboto Mono"/>
                        </a:rPr>
                        <a:t>-a</a:t>
                      </a:r>
                      <a:r>
                        <a:rPr lang="en" sz="1100"/>
                        <a:t>, </a:t>
                      </a:r>
                      <a:r>
                        <a:rPr lang="en" sz="1100">
                          <a:solidFill>
                            <a:srgbClr val="188038"/>
                          </a:solidFill>
                          <a:latin typeface="Roboto Mono"/>
                          <a:ea typeface="Roboto Mono"/>
                          <a:cs typeface="Roboto Mono"/>
                          <a:sym typeface="Roboto Mono"/>
                        </a:rPr>
                        <a:t>-h</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Long list, show hidden files, human-readable sizes</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cp</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-r</a:t>
                      </a:r>
                      <a:r>
                        <a:rPr lang="en" sz="1100"/>
                        <a:t>, </a:t>
                      </a:r>
                      <a:r>
                        <a:rPr lang="en" sz="1100">
                          <a:solidFill>
                            <a:srgbClr val="188038"/>
                          </a:solidFill>
                          <a:latin typeface="Roboto Mono"/>
                          <a:ea typeface="Roboto Mono"/>
                          <a:cs typeface="Roboto Mono"/>
                          <a:sym typeface="Roboto Mono"/>
                        </a:rPr>
                        <a:t>-v</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Copy directories recursively, verbose output</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rm</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-r</a:t>
                      </a:r>
                      <a:r>
                        <a:rPr lang="en" sz="1100"/>
                        <a:t>, </a:t>
                      </a:r>
                      <a:r>
                        <a:rPr lang="en" sz="1100">
                          <a:solidFill>
                            <a:srgbClr val="188038"/>
                          </a:solidFill>
                          <a:latin typeface="Roboto Mono"/>
                          <a:ea typeface="Roboto Mono"/>
                          <a:cs typeface="Roboto Mono"/>
                          <a:sym typeface="Roboto Mono"/>
                        </a:rPr>
                        <a:t>-f</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Recursively delete, force no prompt</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grep</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-i</a:t>
                      </a:r>
                      <a:r>
                        <a:rPr lang="en" sz="1100"/>
                        <a:t>, </a:t>
                      </a:r>
                      <a:r>
                        <a:rPr lang="en" sz="1100">
                          <a:solidFill>
                            <a:srgbClr val="188038"/>
                          </a:solidFill>
                          <a:latin typeface="Roboto Mono"/>
                          <a:ea typeface="Roboto Mono"/>
                          <a:cs typeface="Roboto Mono"/>
                          <a:sym typeface="Roboto Mono"/>
                        </a:rPr>
                        <a:t>-r</a:t>
                      </a:r>
                      <a:r>
                        <a:rPr lang="en" sz="1100"/>
                        <a:t>, </a:t>
                      </a:r>
                      <a:r>
                        <a:rPr lang="en" sz="1100">
                          <a:solidFill>
                            <a:srgbClr val="188038"/>
                          </a:solidFill>
                          <a:latin typeface="Roboto Mono"/>
                          <a:ea typeface="Roboto Mono"/>
                          <a:cs typeface="Roboto Mono"/>
                          <a:sym typeface="Roboto Mono"/>
                        </a:rPr>
                        <a:t>--color</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Case-insensitive, recursive, color match</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tar</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-xvzf</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Extract, verbose, gzip, file</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1" name="Shape 2331"/>
        <p:cNvGrpSpPr/>
        <p:nvPr/>
      </p:nvGrpSpPr>
      <p:grpSpPr>
        <a:xfrm>
          <a:off x="0" y="0"/>
          <a:ext cx="0" cy="0"/>
          <a:chOff x="0" y="0"/>
          <a:chExt cx="0" cy="0"/>
        </a:xfrm>
      </p:grpSpPr>
      <p:sp>
        <p:nvSpPr>
          <p:cNvPr id="2332" name="Google Shape;2332;p47"/>
          <p:cNvSpPr/>
          <p:nvPr/>
        </p:nvSpPr>
        <p:spPr>
          <a:xfrm>
            <a:off x="342575" y="2317824"/>
            <a:ext cx="5772900" cy="26688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3" name="Google Shape;2333;p47"/>
          <p:cNvSpPr txBox="1"/>
          <p:nvPr>
            <p:ph idx="4" type="subTitle"/>
          </p:nvPr>
        </p:nvSpPr>
        <p:spPr>
          <a:xfrm>
            <a:off x="342725" y="2548200"/>
            <a:ext cx="5772900" cy="24165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Font typeface="Lexend Medium"/>
              <a:buChar char="●"/>
            </a:pPr>
            <a:r>
              <a:rPr lang="en" sz="1600">
                <a:latin typeface="Lexend Medium"/>
                <a:ea typeface="Lexend Medium"/>
                <a:cs typeface="Lexend Medium"/>
                <a:sym typeface="Lexend Medium"/>
              </a:rPr>
              <a:t>Pipes </a:t>
            </a:r>
            <a:r>
              <a:rPr lang="en" sz="1600">
                <a:solidFill>
                  <a:srgbClr val="188038"/>
                </a:solidFill>
                <a:latin typeface="Roboto Mono"/>
                <a:ea typeface="Roboto Mono"/>
                <a:cs typeface="Roboto Mono"/>
                <a:sym typeface="Roboto Mono"/>
              </a:rPr>
              <a:t>|</a:t>
            </a:r>
            <a:r>
              <a:rPr lang="en" sz="1600">
                <a:latin typeface="Lexend Medium"/>
                <a:ea typeface="Lexend Medium"/>
                <a:cs typeface="Lexend Medium"/>
                <a:sym typeface="Lexend Medium"/>
              </a:rPr>
              <a:t>: pass output from one command to another</a:t>
            </a:r>
            <a:endParaRPr sz="1600">
              <a:latin typeface="Lexend Medium"/>
              <a:ea typeface="Lexend Medium"/>
              <a:cs typeface="Lexend Medium"/>
              <a:sym typeface="Lexend Medium"/>
            </a:endParaRPr>
          </a:p>
          <a:p>
            <a:pPr indent="-330200" lvl="1" marL="9144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ls -l | grep “.txt”</a:t>
            </a:r>
            <a:endParaRPr sz="1600">
              <a:latin typeface="Lexend Medium"/>
              <a:ea typeface="Lexend Medium"/>
              <a:cs typeface="Lexend Medium"/>
              <a:sym typeface="Lexend Medium"/>
            </a:endParaRPr>
          </a:p>
          <a:p>
            <a:pPr indent="-330200" lvl="0" marL="457200" rtl="0" algn="l">
              <a:spcBef>
                <a:spcPts val="0"/>
              </a:spcBef>
              <a:spcAft>
                <a:spcPts val="0"/>
              </a:spcAft>
              <a:buSzPts val="1600"/>
              <a:buFont typeface="Lexend Medium"/>
              <a:buChar char="●"/>
            </a:pPr>
            <a:r>
              <a:rPr lang="en" sz="1600">
                <a:latin typeface="Lexend Medium"/>
                <a:ea typeface="Lexend Medium"/>
                <a:cs typeface="Lexend Medium"/>
                <a:sym typeface="Lexend Medium"/>
              </a:rPr>
              <a:t>Redirects </a:t>
            </a:r>
            <a:r>
              <a:rPr lang="en" sz="1600">
                <a:solidFill>
                  <a:srgbClr val="188038"/>
                </a:solidFill>
                <a:latin typeface="Roboto Mono"/>
                <a:ea typeface="Roboto Mono"/>
                <a:cs typeface="Roboto Mono"/>
                <a:sym typeface="Roboto Mono"/>
              </a:rPr>
              <a:t>&gt;</a:t>
            </a:r>
            <a:r>
              <a:rPr lang="en" sz="1600">
                <a:latin typeface="Lexend Medium"/>
                <a:ea typeface="Lexend Medium"/>
                <a:cs typeface="Lexend Medium"/>
                <a:sym typeface="Lexend Medium"/>
              </a:rPr>
              <a:t> and </a:t>
            </a:r>
            <a:r>
              <a:rPr lang="en" sz="1600">
                <a:solidFill>
                  <a:srgbClr val="188038"/>
                </a:solidFill>
                <a:latin typeface="Roboto Mono"/>
                <a:ea typeface="Roboto Mono"/>
                <a:cs typeface="Roboto Mono"/>
                <a:sym typeface="Roboto Mono"/>
              </a:rPr>
              <a:t>&gt;&gt;</a:t>
            </a:r>
            <a:r>
              <a:rPr lang="en" sz="1600">
                <a:latin typeface="Lexend Medium"/>
                <a:ea typeface="Lexend Medium"/>
                <a:cs typeface="Lexend Medium"/>
                <a:sym typeface="Lexend Medium"/>
              </a:rPr>
              <a:t>: Send outputs to a file</a:t>
            </a:r>
            <a:endParaRPr sz="1600">
              <a:latin typeface="Lexend Medium"/>
              <a:ea typeface="Lexend Medium"/>
              <a:cs typeface="Lexend Medium"/>
              <a:sym typeface="Lexend Medium"/>
            </a:endParaRPr>
          </a:p>
          <a:p>
            <a:pPr indent="-330200" lvl="1" marL="9144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ls -l &gt; ls.txt</a:t>
            </a:r>
            <a:endParaRPr sz="1600">
              <a:latin typeface="Lexend Medium"/>
              <a:ea typeface="Lexend Medium"/>
              <a:cs typeface="Lexend Medium"/>
              <a:sym typeface="Lexend Medium"/>
            </a:endParaRPr>
          </a:p>
          <a:p>
            <a:pPr indent="-330200" lvl="0" marL="457200" rtl="0" algn="l">
              <a:spcBef>
                <a:spcPts val="0"/>
              </a:spcBef>
              <a:spcAft>
                <a:spcPts val="0"/>
              </a:spcAft>
              <a:buSzPts val="1600"/>
              <a:buFont typeface="Lexend Medium"/>
              <a:buChar char="●"/>
            </a:pPr>
            <a:r>
              <a:rPr lang="en" sz="1600">
                <a:latin typeface="Lexend Medium"/>
                <a:ea typeface="Lexend Medium"/>
                <a:cs typeface="Lexend Medium"/>
                <a:sym typeface="Lexend Medium"/>
              </a:rPr>
              <a:t>Append with </a:t>
            </a:r>
            <a:r>
              <a:rPr lang="en" sz="1600">
                <a:solidFill>
                  <a:srgbClr val="188038"/>
                </a:solidFill>
                <a:latin typeface="Roboto Mono"/>
                <a:ea typeface="Roboto Mono"/>
                <a:cs typeface="Roboto Mono"/>
                <a:sym typeface="Roboto Mono"/>
              </a:rPr>
              <a:t>&gt;&gt;</a:t>
            </a:r>
            <a:r>
              <a:rPr lang="en" sz="1600">
                <a:latin typeface="Lexend Medium"/>
                <a:ea typeface="Lexend Medium"/>
                <a:cs typeface="Lexend Medium"/>
                <a:sym typeface="Lexend Medium"/>
              </a:rPr>
              <a:t>:</a:t>
            </a:r>
            <a:endParaRPr sz="1600">
              <a:latin typeface="Lexend Medium"/>
              <a:ea typeface="Lexend Medium"/>
              <a:cs typeface="Lexend Medium"/>
              <a:sym typeface="Lexend Medium"/>
            </a:endParaRPr>
          </a:p>
          <a:p>
            <a:pPr indent="-330200" lvl="1" marL="9144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echo “new line” &gt;&gt; ls.tx</a:t>
            </a:r>
            <a:r>
              <a:rPr lang="en" sz="1600">
                <a:solidFill>
                  <a:srgbClr val="188038"/>
                </a:solidFill>
                <a:latin typeface="Roboto Mono"/>
                <a:ea typeface="Roboto Mono"/>
                <a:cs typeface="Roboto Mono"/>
                <a:sym typeface="Roboto Mono"/>
              </a:rPr>
              <a:t>t</a:t>
            </a:r>
            <a:endParaRPr sz="1600">
              <a:latin typeface="Lexend Medium"/>
              <a:ea typeface="Lexend Medium"/>
              <a:cs typeface="Lexend Medium"/>
              <a:sym typeface="Lexend Medium"/>
            </a:endParaRPr>
          </a:p>
          <a:p>
            <a:pPr indent="-330200" lvl="0" marL="457200" rtl="0" algn="l">
              <a:spcBef>
                <a:spcPts val="0"/>
              </a:spcBef>
              <a:spcAft>
                <a:spcPts val="0"/>
              </a:spcAft>
              <a:buSzPts val="1600"/>
              <a:buFont typeface="Lexend Medium"/>
              <a:buChar char="●"/>
            </a:pPr>
            <a:r>
              <a:rPr lang="en" sz="1600">
                <a:latin typeface="Lexend Medium"/>
                <a:ea typeface="Lexend Medium"/>
                <a:cs typeface="Lexend Medium"/>
                <a:sym typeface="Lexend Medium"/>
              </a:rPr>
              <a:t>Run multiple commands:</a:t>
            </a:r>
            <a:endParaRPr sz="1600">
              <a:latin typeface="Lexend Medium"/>
              <a:ea typeface="Lexend Medium"/>
              <a:cs typeface="Lexend Medium"/>
              <a:sym typeface="Lexend Medium"/>
            </a:endParaRPr>
          </a:p>
          <a:p>
            <a:pPr indent="-330200" lvl="1" marL="9144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cd data &amp;&amp; ls -lh</a:t>
            </a:r>
            <a:endParaRPr sz="1600">
              <a:latin typeface="Lexend Medium"/>
              <a:ea typeface="Lexend Medium"/>
              <a:cs typeface="Lexend Medium"/>
              <a:sym typeface="Lexend Medium"/>
            </a:endParaRPr>
          </a:p>
        </p:txBody>
      </p:sp>
      <p:sp>
        <p:nvSpPr>
          <p:cNvPr id="2334" name="Google Shape;2334;p47"/>
          <p:cNvSpPr/>
          <p:nvPr/>
        </p:nvSpPr>
        <p:spPr>
          <a:xfrm>
            <a:off x="6653284" y="2317834"/>
            <a:ext cx="2149200" cy="24330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5" name="Google Shape;2335;p47"/>
          <p:cNvSpPr/>
          <p:nvPr/>
        </p:nvSpPr>
        <p:spPr>
          <a:xfrm>
            <a:off x="6791859" y="4147459"/>
            <a:ext cx="1080900" cy="4515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Tips</a:t>
            </a:r>
            <a:endParaRPr sz="2400">
              <a:solidFill>
                <a:schemeClr val="dk1"/>
              </a:solidFill>
              <a:latin typeface="Lexend"/>
              <a:ea typeface="Lexend"/>
              <a:cs typeface="Lexend"/>
              <a:sym typeface="Lexend"/>
            </a:endParaRPr>
          </a:p>
        </p:txBody>
      </p:sp>
      <p:grpSp>
        <p:nvGrpSpPr>
          <p:cNvPr id="2336" name="Google Shape;2336;p47"/>
          <p:cNvGrpSpPr/>
          <p:nvPr/>
        </p:nvGrpSpPr>
        <p:grpSpPr>
          <a:xfrm>
            <a:off x="6723459" y="2419159"/>
            <a:ext cx="277873" cy="68400"/>
            <a:chOff x="6723459" y="2419159"/>
            <a:chExt cx="277873" cy="68400"/>
          </a:xfrm>
        </p:grpSpPr>
        <p:sp>
          <p:nvSpPr>
            <p:cNvPr id="2337" name="Google Shape;2337;p47"/>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8" name="Google Shape;2338;p47"/>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9" name="Google Shape;2339;p47"/>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340" name="Google Shape;2340;p47"/>
          <p:cNvGrpSpPr/>
          <p:nvPr/>
        </p:nvGrpSpPr>
        <p:grpSpPr>
          <a:xfrm>
            <a:off x="412745" y="2419159"/>
            <a:ext cx="277873" cy="68400"/>
            <a:chOff x="412745" y="2419159"/>
            <a:chExt cx="277873" cy="68400"/>
          </a:xfrm>
        </p:grpSpPr>
        <p:sp>
          <p:nvSpPr>
            <p:cNvPr id="2341" name="Google Shape;2341;p47"/>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2" name="Google Shape;2342;p47"/>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3" name="Google Shape;2343;p47"/>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44" name="Google Shape;2344;p47"/>
          <p:cNvSpPr txBox="1"/>
          <p:nvPr>
            <p:ph idx="5" type="subTitle"/>
          </p:nvPr>
        </p:nvSpPr>
        <p:spPr>
          <a:xfrm>
            <a:off x="6723450" y="2548200"/>
            <a:ext cx="2085000" cy="16623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a:t>BASH (Bourne Again SHell) is a scripting language derived from Bourne Shell (SH), developed for UNIX systems, it allows you to create functions, loops, and more</a:t>
            </a:r>
            <a:endParaRPr/>
          </a:p>
        </p:txBody>
      </p:sp>
      <p:sp>
        <p:nvSpPr>
          <p:cNvPr id="2345" name="Google Shape;2345;p47"/>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346" name="Google Shape;2346;p47"/>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347" name="Google Shape;2347;p47"/>
          <p:cNvSpPr txBox="1"/>
          <p:nvPr>
            <p:ph type="title"/>
          </p:nvPr>
        </p:nvSpPr>
        <p:spPr>
          <a:xfrm>
            <a:off x="209775" y="468575"/>
            <a:ext cx="50160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Combining Commands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1" name="Shape 2351"/>
        <p:cNvGrpSpPr/>
        <p:nvPr/>
      </p:nvGrpSpPr>
      <p:grpSpPr>
        <a:xfrm>
          <a:off x="0" y="0"/>
          <a:ext cx="0" cy="0"/>
          <a:chOff x="0" y="0"/>
          <a:chExt cx="0" cy="0"/>
        </a:xfrm>
      </p:grpSpPr>
      <p:sp>
        <p:nvSpPr>
          <p:cNvPr id="2352" name="Google Shape;2352;p48"/>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353" name="Google Shape;2353;p48"/>
          <p:cNvGrpSpPr/>
          <p:nvPr/>
        </p:nvGrpSpPr>
        <p:grpSpPr>
          <a:xfrm>
            <a:off x="427350" y="1434150"/>
            <a:ext cx="277873" cy="68400"/>
            <a:chOff x="520925" y="1460325"/>
            <a:chExt cx="277873" cy="68400"/>
          </a:xfrm>
        </p:grpSpPr>
        <p:sp>
          <p:nvSpPr>
            <p:cNvPr id="2354" name="Google Shape;2354;p4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5" name="Google Shape;2355;p4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6" name="Google Shape;2356;p4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57" name="Google Shape;2357;p48"/>
          <p:cNvSpPr txBox="1"/>
          <p:nvPr>
            <p:ph type="title"/>
          </p:nvPr>
        </p:nvSpPr>
        <p:spPr>
          <a:xfrm>
            <a:off x="209775" y="468575"/>
            <a:ext cx="72030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Useful tools to know</a:t>
            </a:r>
            <a:endParaRPr/>
          </a:p>
        </p:txBody>
      </p:sp>
      <p:sp>
        <p:nvSpPr>
          <p:cNvPr id="2358" name="Google Shape;2358;p48"/>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359" name="Google Shape;2359;p48"/>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graphicFrame>
        <p:nvGraphicFramePr>
          <p:cNvPr id="2360" name="Google Shape;2360;p48"/>
          <p:cNvGraphicFramePr/>
          <p:nvPr/>
        </p:nvGraphicFramePr>
        <p:xfrm>
          <a:off x="952500" y="1591800"/>
          <a:ext cx="3000000" cy="3000000"/>
        </p:xfrm>
        <a:graphic>
          <a:graphicData uri="http://schemas.openxmlformats.org/drawingml/2006/table">
            <a:tbl>
              <a:tblPr>
                <a:noFill/>
                <a:tableStyleId>{FC7EE060-DB5B-4263-B405-02E1025D4BB2}</a:tableStyleId>
              </a:tblPr>
              <a:tblGrid>
                <a:gridCol w="3619500"/>
                <a:gridCol w="3619500"/>
              </a:tblGrid>
              <a:tr h="381000">
                <a:tc>
                  <a:txBody>
                    <a:bodyPr/>
                    <a:lstStyle/>
                    <a:p>
                      <a:pPr indent="0" lvl="0" marL="0" rtl="0" algn="ctr">
                        <a:lnSpc>
                          <a:spcPct val="115000"/>
                        </a:lnSpc>
                        <a:spcBef>
                          <a:spcPts val="0"/>
                        </a:spcBef>
                        <a:spcAft>
                          <a:spcPts val="0"/>
                        </a:spcAft>
                        <a:buNone/>
                      </a:pPr>
                      <a:r>
                        <a:rPr b="1" lang="en" sz="1100"/>
                        <a:t>Tool</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Description</a:t>
                      </a:r>
                      <a:endParaRPr b="1" sz="1100"/>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head</a:t>
                      </a:r>
                      <a:r>
                        <a:rPr lang="en" sz="1100"/>
                        <a:t>, </a:t>
                      </a:r>
                      <a:r>
                        <a:rPr lang="en" sz="1100">
                          <a:solidFill>
                            <a:srgbClr val="188038"/>
                          </a:solidFill>
                          <a:latin typeface="Roboto Mono"/>
                          <a:ea typeface="Roboto Mono"/>
                          <a:cs typeface="Roboto Mono"/>
                          <a:sym typeface="Roboto Mono"/>
                        </a:rPr>
                        <a:t>tail</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View start/end of files</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less</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Scroll through long files</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wc -l</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Count lines</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sort</a:t>
                      </a:r>
                      <a:r>
                        <a:rPr lang="en" sz="1100"/>
                        <a:t>, </a:t>
                      </a:r>
                      <a:r>
                        <a:rPr lang="en" sz="1100">
                          <a:solidFill>
                            <a:srgbClr val="188038"/>
                          </a:solidFill>
                          <a:latin typeface="Roboto Mono"/>
                          <a:ea typeface="Roboto Mono"/>
                          <a:cs typeface="Roboto Mono"/>
                          <a:sym typeface="Roboto Mono"/>
                        </a:rPr>
                        <a:t>uniq</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Organize and deduplicate</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cut</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Extract columns from files</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du -sh</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Check disk usage of folder</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top</a:t>
                      </a:r>
                      <a:r>
                        <a:rPr lang="en" sz="1100"/>
                        <a:t> / </a:t>
                      </a:r>
                      <a:r>
                        <a:rPr lang="en" sz="1100">
                          <a:solidFill>
                            <a:srgbClr val="188038"/>
                          </a:solidFill>
                          <a:latin typeface="Roboto Mono"/>
                          <a:ea typeface="Roboto Mono"/>
                          <a:cs typeface="Roboto Mono"/>
                          <a:sym typeface="Roboto Mono"/>
                        </a:rPr>
                        <a:t>htop</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Monitor system resources</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4" name="Shape 2364"/>
        <p:cNvGrpSpPr/>
        <p:nvPr/>
      </p:nvGrpSpPr>
      <p:grpSpPr>
        <a:xfrm>
          <a:off x="0" y="0"/>
          <a:ext cx="0" cy="0"/>
          <a:chOff x="0" y="0"/>
          <a:chExt cx="0" cy="0"/>
        </a:xfrm>
      </p:grpSpPr>
      <p:grpSp>
        <p:nvGrpSpPr>
          <p:cNvPr id="2365" name="Google Shape;2365;p49"/>
          <p:cNvGrpSpPr/>
          <p:nvPr/>
        </p:nvGrpSpPr>
        <p:grpSpPr>
          <a:xfrm>
            <a:off x="5606390" y="544784"/>
            <a:ext cx="3006585" cy="1014987"/>
            <a:chOff x="3055725" y="715438"/>
            <a:chExt cx="3313407" cy="1014987"/>
          </a:xfrm>
        </p:grpSpPr>
        <p:grpSp>
          <p:nvGrpSpPr>
            <p:cNvPr id="2366" name="Google Shape;2366;p49"/>
            <p:cNvGrpSpPr/>
            <p:nvPr/>
          </p:nvGrpSpPr>
          <p:grpSpPr>
            <a:xfrm>
              <a:off x="3055725" y="715438"/>
              <a:ext cx="3103050" cy="786500"/>
              <a:chOff x="3007925" y="673613"/>
              <a:chExt cx="3103050" cy="786500"/>
            </a:xfrm>
          </p:grpSpPr>
          <p:sp>
            <p:nvSpPr>
              <p:cNvPr id="2367" name="Google Shape;2367;p49"/>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68" name="Google Shape;2368;p49"/>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9" name="Google Shape;2369;p49"/>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0" name="Google Shape;2370;p49"/>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1" name="Google Shape;2371;p49"/>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372" name="Google Shape;2372;p49"/>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373" name="Google Shape;2373;p49"/>
          <p:cNvSpPr txBox="1"/>
          <p:nvPr>
            <p:ph type="title"/>
          </p:nvPr>
        </p:nvSpPr>
        <p:spPr>
          <a:xfrm>
            <a:off x="209775" y="544775"/>
            <a:ext cx="86934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Editing files in the </a:t>
            </a:r>
            <a:r>
              <a:rPr lang="en">
                <a:solidFill>
                  <a:schemeClr val="lt1"/>
                </a:solidFill>
              </a:rPr>
              <a:t>terminal</a:t>
            </a:r>
            <a:endParaRPr>
              <a:solidFill>
                <a:schemeClr val="lt1"/>
              </a:solidFill>
            </a:endParaRPr>
          </a:p>
        </p:txBody>
      </p:sp>
      <p:sp>
        <p:nvSpPr>
          <p:cNvPr id="2374" name="Google Shape;2374;p49"/>
          <p:cNvSpPr/>
          <p:nvPr/>
        </p:nvSpPr>
        <p:spPr>
          <a:xfrm>
            <a:off x="341525" y="2319599"/>
            <a:ext cx="4059600" cy="2131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375" name="Google Shape;2375;p49"/>
          <p:cNvGrpSpPr/>
          <p:nvPr/>
        </p:nvGrpSpPr>
        <p:grpSpPr>
          <a:xfrm>
            <a:off x="411700" y="2420932"/>
            <a:ext cx="277873" cy="68400"/>
            <a:chOff x="411700" y="2420932"/>
            <a:chExt cx="277873" cy="68400"/>
          </a:xfrm>
        </p:grpSpPr>
        <p:sp>
          <p:nvSpPr>
            <p:cNvPr id="2376" name="Google Shape;2376;p49"/>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7" name="Google Shape;2377;p49"/>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8" name="Google Shape;2378;p49"/>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79" name="Google Shape;2379;p49"/>
          <p:cNvSpPr/>
          <p:nvPr/>
        </p:nvSpPr>
        <p:spPr>
          <a:xfrm>
            <a:off x="341528" y="15397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Lexend"/>
                <a:ea typeface="Lexend"/>
                <a:cs typeface="Lexend"/>
                <a:sym typeface="Lexend"/>
              </a:rPr>
              <a:t>Linux/Unix</a:t>
            </a:r>
            <a:endParaRPr sz="2000">
              <a:solidFill>
                <a:schemeClr val="dk1"/>
              </a:solidFill>
              <a:latin typeface="Lexend"/>
              <a:ea typeface="Lexend"/>
              <a:cs typeface="Lexend"/>
              <a:sym typeface="Lexend"/>
            </a:endParaRPr>
          </a:p>
        </p:txBody>
      </p:sp>
      <p:sp>
        <p:nvSpPr>
          <p:cNvPr id="2380" name="Google Shape;2380;p49"/>
          <p:cNvSpPr txBox="1"/>
          <p:nvPr>
            <p:ph idx="4" type="subTitle"/>
          </p:nvPr>
        </p:nvSpPr>
        <p:spPr>
          <a:xfrm>
            <a:off x="516425" y="2548200"/>
            <a:ext cx="3736200" cy="18162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600">
                <a:latin typeface="Lexend"/>
                <a:ea typeface="Lexend"/>
                <a:cs typeface="Lexend"/>
                <a:sym typeface="Lexend"/>
              </a:rPr>
              <a:t>Use CLI editors:</a:t>
            </a:r>
            <a:endParaRPr sz="1600">
              <a:latin typeface="Lexend"/>
              <a:ea typeface="Lexend"/>
              <a:cs typeface="Lexend"/>
              <a:sym typeface="Lexend"/>
            </a:endParaRPr>
          </a:p>
          <a:p>
            <a:pPr indent="-330200" lvl="0" marL="457200" rtl="0" algn="l">
              <a:lnSpc>
                <a:spcPct val="100000"/>
              </a:lnSpc>
              <a:spcBef>
                <a:spcPts val="0"/>
              </a:spcBef>
              <a:spcAft>
                <a:spcPts val="0"/>
              </a:spcAft>
              <a:buSzPts val="1600"/>
              <a:buFont typeface="Lexend"/>
              <a:buChar char="●"/>
            </a:pPr>
            <a:r>
              <a:rPr lang="en" sz="1600">
                <a:solidFill>
                  <a:srgbClr val="188038"/>
                </a:solidFill>
                <a:latin typeface="Lexend"/>
                <a:ea typeface="Lexend"/>
                <a:cs typeface="Lexend"/>
                <a:sym typeface="Lexend"/>
              </a:rPr>
              <a:t>nano</a:t>
            </a:r>
            <a:r>
              <a:rPr lang="en" sz="1600">
                <a:latin typeface="Lexend"/>
                <a:ea typeface="Lexend"/>
                <a:cs typeface="Lexend"/>
                <a:sym typeface="Lexend"/>
              </a:rPr>
              <a:t> (simple)</a:t>
            </a:r>
            <a:endParaRPr sz="1600">
              <a:latin typeface="Lexend"/>
              <a:ea typeface="Lexend"/>
              <a:cs typeface="Lexend"/>
              <a:sym typeface="Lexend"/>
            </a:endParaRPr>
          </a:p>
          <a:p>
            <a:pPr indent="-330200" lvl="0" marL="457200" rtl="0" algn="l">
              <a:lnSpc>
                <a:spcPct val="100000"/>
              </a:lnSpc>
              <a:spcBef>
                <a:spcPts val="0"/>
              </a:spcBef>
              <a:spcAft>
                <a:spcPts val="0"/>
              </a:spcAft>
              <a:buSzPts val="1600"/>
              <a:buFont typeface="Arial"/>
              <a:buChar char="●"/>
            </a:pPr>
            <a:r>
              <a:rPr lang="en" sz="1600">
                <a:solidFill>
                  <a:srgbClr val="188038"/>
                </a:solidFill>
                <a:latin typeface="Lexend"/>
                <a:ea typeface="Lexend"/>
                <a:cs typeface="Lexend"/>
                <a:sym typeface="Lexend"/>
              </a:rPr>
              <a:t>vim</a:t>
            </a:r>
            <a:r>
              <a:rPr lang="en" sz="1600">
                <a:latin typeface="Lexend"/>
                <a:ea typeface="Lexend"/>
                <a:cs typeface="Lexend"/>
                <a:sym typeface="Lexend"/>
              </a:rPr>
              <a:t> or </a:t>
            </a:r>
            <a:r>
              <a:rPr lang="en" sz="1600">
                <a:solidFill>
                  <a:srgbClr val="188038"/>
                </a:solidFill>
                <a:latin typeface="Lexend"/>
                <a:ea typeface="Lexend"/>
                <a:cs typeface="Lexend"/>
                <a:sym typeface="Lexend"/>
              </a:rPr>
              <a:t>vi</a:t>
            </a:r>
            <a:r>
              <a:rPr lang="en" sz="1600">
                <a:latin typeface="Lexend"/>
                <a:ea typeface="Lexend"/>
                <a:cs typeface="Lexend"/>
                <a:sym typeface="Lexend"/>
              </a:rPr>
              <a:t> (powerful, steeper learning curve)</a:t>
            </a:r>
            <a:endParaRPr sz="1600">
              <a:latin typeface="Lexend"/>
              <a:ea typeface="Lexend"/>
              <a:cs typeface="Lexend"/>
              <a:sym typeface="Lexend"/>
            </a:endParaRPr>
          </a:p>
          <a:p>
            <a:pPr indent="0" lvl="0" marL="0" rtl="0" algn="l">
              <a:lnSpc>
                <a:spcPct val="100000"/>
              </a:lnSpc>
              <a:spcBef>
                <a:spcPts val="1200"/>
              </a:spcBef>
              <a:spcAft>
                <a:spcPts val="0"/>
              </a:spcAft>
              <a:buNone/>
            </a:pPr>
            <a:r>
              <a:rPr lang="en" sz="1600">
                <a:latin typeface="Lexend"/>
                <a:ea typeface="Lexend"/>
                <a:cs typeface="Lexend"/>
                <a:sym typeface="Lexend"/>
              </a:rPr>
              <a:t>Syntax: </a:t>
            </a:r>
            <a:r>
              <a:rPr lang="en" sz="1600">
                <a:solidFill>
                  <a:srgbClr val="188038"/>
                </a:solidFill>
                <a:latin typeface="Lexend"/>
                <a:ea typeface="Lexend"/>
                <a:cs typeface="Lexend"/>
                <a:sym typeface="Lexend"/>
              </a:rPr>
              <a:t>nano filename.txt</a:t>
            </a:r>
            <a:endParaRPr sz="1600">
              <a:solidFill>
                <a:srgbClr val="188038"/>
              </a:solidFill>
              <a:latin typeface="Lexend"/>
              <a:ea typeface="Lexend"/>
              <a:cs typeface="Lexend"/>
              <a:sym typeface="Lexend"/>
            </a:endParaRPr>
          </a:p>
          <a:p>
            <a:pPr indent="0" lvl="0" marL="0" rtl="0" algn="l">
              <a:lnSpc>
                <a:spcPct val="100000"/>
              </a:lnSpc>
              <a:spcBef>
                <a:spcPts val="0"/>
              </a:spcBef>
              <a:spcAft>
                <a:spcPts val="0"/>
              </a:spcAft>
              <a:buNone/>
            </a:pPr>
            <a:r>
              <a:t/>
            </a:r>
            <a:endParaRPr sz="1600">
              <a:solidFill>
                <a:srgbClr val="188038"/>
              </a:solidFill>
              <a:latin typeface="Lexend"/>
              <a:ea typeface="Lexend"/>
              <a:cs typeface="Lexend"/>
              <a:sym typeface="Lexend"/>
            </a:endParaRPr>
          </a:p>
        </p:txBody>
      </p:sp>
      <p:sp>
        <p:nvSpPr>
          <p:cNvPr id="2381" name="Google Shape;2381;p49"/>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382" name="Google Shape;2382;p49"/>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383" name="Google Shape;2383;p49"/>
          <p:cNvSpPr/>
          <p:nvPr/>
        </p:nvSpPr>
        <p:spPr>
          <a:xfrm>
            <a:off x="5132350" y="2319600"/>
            <a:ext cx="34374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384" name="Google Shape;2384;p49"/>
          <p:cNvGrpSpPr/>
          <p:nvPr/>
        </p:nvGrpSpPr>
        <p:grpSpPr>
          <a:xfrm>
            <a:off x="5202525" y="2420932"/>
            <a:ext cx="277873" cy="68400"/>
            <a:chOff x="5202525" y="2420932"/>
            <a:chExt cx="277873" cy="68400"/>
          </a:xfrm>
        </p:grpSpPr>
        <p:sp>
          <p:nvSpPr>
            <p:cNvPr id="2385" name="Google Shape;2385;p49"/>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6" name="Google Shape;2386;p49"/>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7" name="Google Shape;2387;p49"/>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388" name="Google Shape;2388;p49"/>
          <p:cNvPicPr preferRelativeResize="0"/>
          <p:nvPr/>
        </p:nvPicPr>
        <p:blipFill>
          <a:blip r:embed="rId3">
            <a:alphaModFix/>
          </a:blip>
          <a:stretch>
            <a:fillRect/>
          </a:stretch>
        </p:blipFill>
        <p:spPr>
          <a:xfrm>
            <a:off x="5869975" y="2489313"/>
            <a:ext cx="1962150" cy="2333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2" name="Shape 2392"/>
        <p:cNvGrpSpPr/>
        <p:nvPr/>
      </p:nvGrpSpPr>
      <p:grpSpPr>
        <a:xfrm>
          <a:off x="0" y="0"/>
          <a:ext cx="0" cy="0"/>
          <a:chOff x="0" y="0"/>
          <a:chExt cx="0" cy="0"/>
        </a:xfrm>
      </p:grpSpPr>
      <p:sp>
        <p:nvSpPr>
          <p:cNvPr id="2393" name="Google Shape;2393;p50"/>
          <p:cNvSpPr/>
          <p:nvPr/>
        </p:nvSpPr>
        <p:spPr>
          <a:xfrm>
            <a:off x="6243652" y="2313066"/>
            <a:ext cx="2550600" cy="980700"/>
          </a:xfrm>
          <a:prstGeom prst="roundRect">
            <a:avLst>
              <a:gd fmla="val 4934" name="adj"/>
            </a:avLst>
          </a:prstGeom>
          <a:solidFill>
            <a:schemeClr val="lt2"/>
          </a:solidFill>
          <a:ln>
            <a:noFill/>
          </a:ln>
          <a:effectLst>
            <a:outerShdw blurRad="57150" rotWithShape="0" algn="bl" dist="19050">
              <a:srgbClr val="000000">
                <a:alpha val="11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394" name="Google Shape;2394;p50"/>
          <p:cNvSpPr/>
          <p:nvPr/>
        </p:nvSpPr>
        <p:spPr>
          <a:xfrm>
            <a:off x="6243649" y="3855245"/>
            <a:ext cx="2550600" cy="980700"/>
          </a:xfrm>
          <a:prstGeom prst="roundRect">
            <a:avLst>
              <a:gd fmla="val 4934" name="adj"/>
            </a:avLst>
          </a:prstGeom>
          <a:solidFill>
            <a:schemeClr val="lt2"/>
          </a:solidFill>
          <a:ln>
            <a:noFill/>
          </a:ln>
          <a:effectLst>
            <a:outerShdw blurRad="57150" rotWithShape="0" algn="bl" dist="19050">
              <a:srgbClr val="000000">
                <a:alpha val="11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395" name="Google Shape;2395;p50"/>
          <p:cNvSpPr txBox="1"/>
          <p:nvPr>
            <p:ph type="title"/>
          </p:nvPr>
        </p:nvSpPr>
        <p:spPr>
          <a:xfrm>
            <a:off x="209775" y="468575"/>
            <a:ext cx="71358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Linux / Unix Resources</a:t>
            </a:r>
            <a:endParaRPr/>
          </a:p>
        </p:txBody>
      </p:sp>
      <p:sp>
        <p:nvSpPr>
          <p:cNvPr id="2396" name="Google Shape;2396;p50"/>
          <p:cNvSpPr/>
          <p:nvPr/>
        </p:nvSpPr>
        <p:spPr>
          <a:xfrm>
            <a:off x="6387775" y="2938316"/>
            <a:ext cx="2353800" cy="2796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linuxjourney.com/</a:t>
            </a:r>
            <a:endParaRPr sz="1200">
              <a:solidFill>
                <a:schemeClr val="dk1"/>
              </a:solidFill>
              <a:latin typeface="Lexend Light"/>
              <a:ea typeface="Lexend Light"/>
              <a:cs typeface="Lexend Light"/>
              <a:sym typeface="Lexend Light"/>
            </a:endParaRPr>
          </a:p>
        </p:txBody>
      </p:sp>
      <p:sp>
        <p:nvSpPr>
          <p:cNvPr id="2397" name="Google Shape;2397;p50"/>
          <p:cNvSpPr/>
          <p:nvPr/>
        </p:nvSpPr>
        <p:spPr>
          <a:xfrm>
            <a:off x="6342045" y="4480495"/>
            <a:ext cx="2353800" cy="279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youtube.com</a:t>
            </a:r>
            <a:endParaRPr sz="1200">
              <a:solidFill>
                <a:schemeClr val="dk1"/>
              </a:solidFill>
              <a:latin typeface="Lexend Light"/>
              <a:ea typeface="Lexend Light"/>
              <a:cs typeface="Lexend Light"/>
              <a:sym typeface="Lexend Light"/>
            </a:endParaRPr>
          </a:p>
        </p:txBody>
      </p:sp>
      <p:sp>
        <p:nvSpPr>
          <p:cNvPr id="2398" name="Google Shape;2398;p50"/>
          <p:cNvSpPr txBox="1"/>
          <p:nvPr/>
        </p:nvSpPr>
        <p:spPr>
          <a:xfrm>
            <a:off x="6247098" y="2313075"/>
            <a:ext cx="255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Light"/>
                <a:ea typeface="Lexend Light"/>
                <a:cs typeface="Lexend Light"/>
                <a:sym typeface="Lexend Light"/>
              </a:rPr>
              <a:t>Linux Journey</a:t>
            </a:r>
            <a:endParaRPr sz="2400">
              <a:solidFill>
                <a:schemeClr val="dk1"/>
              </a:solidFill>
              <a:latin typeface="Lexend Light"/>
              <a:ea typeface="Lexend Light"/>
              <a:cs typeface="Lexend Light"/>
              <a:sym typeface="Lexend Light"/>
            </a:endParaRPr>
          </a:p>
        </p:txBody>
      </p:sp>
      <p:sp>
        <p:nvSpPr>
          <p:cNvPr id="2399" name="Google Shape;2399;p50"/>
          <p:cNvSpPr txBox="1"/>
          <p:nvPr/>
        </p:nvSpPr>
        <p:spPr>
          <a:xfrm>
            <a:off x="6243621" y="3855250"/>
            <a:ext cx="1865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Light"/>
                <a:ea typeface="Lexend Light"/>
                <a:cs typeface="Lexend Light"/>
                <a:sym typeface="Lexend Light"/>
              </a:rPr>
              <a:t>Youtube</a:t>
            </a:r>
            <a:endParaRPr sz="2400">
              <a:solidFill>
                <a:schemeClr val="dk1"/>
              </a:solidFill>
              <a:latin typeface="Lexend Light"/>
              <a:ea typeface="Lexend Light"/>
              <a:cs typeface="Lexend Light"/>
              <a:sym typeface="Lexend Light"/>
            </a:endParaRPr>
          </a:p>
        </p:txBody>
      </p:sp>
      <p:sp>
        <p:nvSpPr>
          <p:cNvPr id="2400" name="Google Shape;2400;p50"/>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401" name="Google Shape;2401;p50"/>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402" name="Google Shape;2402;p50"/>
          <p:cNvSpPr/>
          <p:nvPr/>
        </p:nvSpPr>
        <p:spPr>
          <a:xfrm>
            <a:off x="778975" y="1489150"/>
            <a:ext cx="37929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403" name="Google Shape;2403;p50"/>
          <p:cNvGrpSpPr/>
          <p:nvPr/>
        </p:nvGrpSpPr>
        <p:grpSpPr>
          <a:xfrm>
            <a:off x="998129" y="1584808"/>
            <a:ext cx="277873" cy="68400"/>
            <a:chOff x="520925" y="1460325"/>
            <a:chExt cx="277873" cy="68400"/>
          </a:xfrm>
        </p:grpSpPr>
        <p:sp>
          <p:nvSpPr>
            <p:cNvPr id="2404" name="Google Shape;2404;p50"/>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5" name="Google Shape;2405;p50"/>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6" name="Google Shape;2406;p50"/>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407" name="Google Shape;2407;p50"/>
          <p:cNvPicPr preferRelativeResize="0"/>
          <p:nvPr/>
        </p:nvPicPr>
        <p:blipFill>
          <a:blip r:embed="rId3">
            <a:alphaModFix/>
          </a:blip>
          <a:stretch>
            <a:fillRect/>
          </a:stretch>
        </p:blipFill>
        <p:spPr>
          <a:xfrm>
            <a:off x="1444075" y="1673575"/>
            <a:ext cx="2462700" cy="3152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1" name="Shape 2411"/>
        <p:cNvGrpSpPr/>
        <p:nvPr/>
      </p:nvGrpSpPr>
      <p:grpSpPr>
        <a:xfrm>
          <a:off x="0" y="0"/>
          <a:ext cx="0" cy="0"/>
          <a:chOff x="0" y="0"/>
          <a:chExt cx="0" cy="0"/>
        </a:xfrm>
      </p:grpSpPr>
      <p:sp>
        <p:nvSpPr>
          <p:cNvPr id="2412" name="Google Shape;2412;p51"/>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3" name="Google Shape;2413;p51"/>
          <p:cNvSpPr/>
          <p:nvPr/>
        </p:nvSpPr>
        <p:spPr>
          <a:xfrm>
            <a:off x="3545250" y="1794150"/>
            <a:ext cx="2248500" cy="2330700"/>
          </a:xfrm>
          <a:prstGeom prst="roundRect">
            <a:avLst>
              <a:gd fmla="val 472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4" name="Google Shape;2414;p51"/>
          <p:cNvSpPr/>
          <p:nvPr/>
        </p:nvSpPr>
        <p:spPr>
          <a:xfrm>
            <a:off x="6130100" y="1794150"/>
            <a:ext cx="2248500" cy="2330700"/>
          </a:xfrm>
          <a:prstGeom prst="roundRect">
            <a:avLst>
              <a:gd fmla="val 4721"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5" name="Google Shape;2415;p51"/>
          <p:cNvSpPr/>
          <p:nvPr/>
        </p:nvSpPr>
        <p:spPr>
          <a:xfrm>
            <a:off x="960400" y="1794150"/>
            <a:ext cx="2248500" cy="2330700"/>
          </a:xfrm>
          <a:prstGeom prst="roundRect">
            <a:avLst>
              <a:gd fmla="val 4721"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416" name="Google Shape;2416;p51"/>
          <p:cNvGrpSpPr/>
          <p:nvPr/>
        </p:nvGrpSpPr>
        <p:grpSpPr>
          <a:xfrm>
            <a:off x="427350" y="1434150"/>
            <a:ext cx="277873" cy="68400"/>
            <a:chOff x="520925" y="1460325"/>
            <a:chExt cx="277873" cy="68400"/>
          </a:xfrm>
        </p:grpSpPr>
        <p:sp>
          <p:nvSpPr>
            <p:cNvPr id="2417" name="Google Shape;2417;p51"/>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8" name="Google Shape;2418;p51"/>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9" name="Google Shape;2419;p51"/>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20" name="Google Shape;2420;p51"/>
          <p:cNvSpPr txBox="1"/>
          <p:nvPr>
            <p:ph type="title"/>
          </p:nvPr>
        </p:nvSpPr>
        <p:spPr>
          <a:xfrm>
            <a:off x="209775" y="468575"/>
            <a:ext cx="88962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Linux / UNIX workshop time</a:t>
            </a:r>
            <a:endParaRPr/>
          </a:p>
        </p:txBody>
      </p:sp>
      <p:sp>
        <p:nvSpPr>
          <p:cNvPr id="2421" name="Google Shape;2421;p51"/>
          <p:cNvSpPr txBox="1"/>
          <p:nvPr/>
        </p:nvSpPr>
        <p:spPr>
          <a:xfrm>
            <a:off x="9605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Beginner</a:t>
            </a:r>
            <a:endParaRPr sz="1800">
              <a:solidFill>
                <a:schemeClr val="dk1"/>
              </a:solidFill>
              <a:latin typeface="Lexend Medium"/>
              <a:ea typeface="Lexend Medium"/>
              <a:cs typeface="Lexend Medium"/>
              <a:sym typeface="Lexend Medium"/>
            </a:endParaRPr>
          </a:p>
        </p:txBody>
      </p:sp>
      <p:sp>
        <p:nvSpPr>
          <p:cNvPr id="2422" name="Google Shape;2422;p51"/>
          <p:cNvSpPr txBox="1"/>
          <p:nvPr/>
        </p:nvSpPr>
        <p:spPr>
          <a:xfrm>
            <a:off x="35452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Intermediate</a:t>
            </a:r>
            <a:endParaRPr sz="1800">
              <a:solidFill>
                <a:schemeClr val="dk1"/>
              </a:solidFill>
              <a:latin typeface="Lexend Medium"/>
              <a:ea typeface="Lexend Medium"/>
              <a:cs typeface="Lexend Medium"/>
              <a:sym typeface="Lexend Medium"/>
            </a:endParaRPr>
          </a:p>
        </p:txBody>
      </p:sp>
      <p:sp>
        <p:nvSpPr>
          <p:cNvPr id="2423" name="Google Shape;2423;p51"/>
          <p:cNvSpPr txBox="1"/>
          <p:nvPr/>
        </p:nvSpPr>
        <p:spPr>
          <a:xfrm>
            <a:off x="61299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Advanced</a:t>
            </a:r>
            <a:endParaRPr sz="1800">
              <a:solidFill>
                <a:schemeClr val="dk1"/>
              </a:solidFill>
              <a:latin typeface="Lexend Medium"/>
              <a:ea typeface="Lexend Medium"/>
              <a:cs typeface="Lexend Medium"/>
              <a:sym typeface="Lexend Medium"/>
            </a:endParaRPr>
          </a:p>
        </p:txBody>
      </p:sp>
      <p:grpSp>
        <p:nvGrpSpPr>
          <p:cNvPr id="2424" name="Google Shape;2424;p51"/>
          <p:cNvGrpSpPr/>
          <p:nvPr/>
        </p:nvGrpSpPr>
        <p:grpSpPr>
          <a:xfrm>
            <a:off x="4196048" y="2356444"/>
            <a:ext cx="946911" cy="966699"/>
            <a:chOff x="1438774" y="3590059"/>
            <a:chExt cx="946911" cy="966699"/>
          </a:xfrm>
        </p:grpSpPr>
        <p:grpSp>
          <p:nvGrpSpPr>
            <p:cNvPr id="2425" name="Google Shape;2425;p51"/>
            <p:cNvGrpSpPr/>
            <p:nvPr/>
          </p:nvGrpSpPr>
          <p:grpSpPr>
            <a:xfrm>
              <a:off x="1438774" y="3590059"/>
              <a:ext cx="946911" cy="966699"/>
              <a:chOff x="3707828" y="340487"/>
              <a:chExt cx="1276160" cy="1302829"/>
            </a:xfrm>
          </p:grpSpPr>
          <p:grpSp>
            <p:nvGrpSpPr>
              <p:cNvPr id="2426" name="Google Shape;2426;p51"/>
              <p:cNvGrpSpPr/>
              <p:nvPr/>
            </p:nvGrpSpPr>
            <p:grpSpPr>
              <a:xfrm>
                <a:off x="3707828" y="340487"/>
                <a:ext cx="1276160" cy="1302829"/>
                <a:chOff x="3707828" y="340487"/>
                <a:chExt cx="1276160" cy="1302829"/>
              </a:xfrm>
            </p:grpSpPr>
            <p:sp>
              <p:nvSpPr>
                <p:cNvPr id="2427" name="Google Shape;2427;p51"/>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28" name="Google Shape;2428;p51"/>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29" name="Google Shape;2429;p51"/>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0" name="Google Shape;2430;p51"/>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1" name="Google Shape;2431;p51"/>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2" name="Google Shape;2432;p51"/>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3" name="Google Shape;2433;p51"/>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4" name="Google Shape;2434;p51"/>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5" name="Google Shape;2435;p51"/>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6" name="Google Shape;2436;p51"/>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7" name="Google Shape;2437;p51"/>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8" name="Google Shape;2438;p51"/>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9" name="Google Shape;2439;p51"/>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0" name="Google Shape;2440;p51"/>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1" name="Google Shape;2441;p51"/>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2" name="Google Shape;2442;p51"/>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443" name="Google Shape;2443;p51"/>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444" name="Google Shape;2444;p51"/>
            <p:cNvGrpSpPr/>
            <p:nvPr/>
          </p:nvGrpSpPr>
          <p:grpSpPr>
            <a:xfrm>
              <a:off x="1712541" y="3729479"/>
              <a:ext cx="497389" cy="685349"/>
              <a:chOff x="1712541" y="3729479"/>
              <a:chExt cx="497389" cy="685349"/>
            </a:xfrm>
          </p:grpSpPr>
          <p:sp>
            <p:nvSpPr>
              <p:cNvPr id="2445" name="Google Shape;2445;p51"/>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6" name="Google Shape;2446;p51"/>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7" name="Google Shape;2447;p51"/>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8" name="Google Shape;2448;p51"/>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grpSp>
        <p:nvGrpSpPr>
          <p:cNvPr id="2449" name="Google Shape;2449;p51"/>
          <p:cNvGrpSpPr/>
          <p:nvPr/>
        </p:nvGrpSpPr>
        <p:grpSpPr>
          <a:xfrm>
            <a:off x="1611347" y="2356444"/>
            <a:ext cx="946911" cy="966699"/>
            <a:chOff x="151447" y="3590017"/>
            <a:chExt cx="946911" cy="966699"/>
          </a:xfrm>
        </p:grpSpPr>
        <p:grpSp>
          <p:nvGrpSpPr>
            <p:cNvPr id="2450" name="Google Shape;2450;p51"/>
            <p:cNvGrpSpPr/>
            <p:nvPr/>
          </p:nvGrpSpPr>
          <p:grpSpPr>
            <a:xfrm>
              <a:off x="151447" y="3590017"/>
              <a:ext cx="946911" cy="966699"/>
              <a:chOff x="373316" y="340487"/>
              <a:chExt cx="1276160" cy="1302829"/>
            </a:xfrm>
          </p:grpSpPr>
          <p:sp>
            <p:nvSpPr>
              <p:cNvPr id="2451" name="Google Shape;2451;p51"/>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dk2"/>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2" name="Google Shape;2452;p51"/>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3" name="Google Shape;2453;p51"/>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4" name="Google Shape;2454;p51"/>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5" name="Google Shape;2455;p51"/>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6" name="Google Shape;2456;p51"/>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7" name="Google Shape;2457;p51"/>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8" name="Google Shape;2458;p51"/>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9" name="Google Shape;2459;p51"/>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0" name="Google Shape;2460;p51"/>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1" name="Google Shape;2461;p51"/>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2" name="Google Shape;2462;p51"/>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3" name="Google Shape;2463;p51"/>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4" name="Google Shape;2464;p51"/>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5" name="Google Shape;2465;p51"/>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6" name="Google Shape;2466;p51"/>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467" name="Google Shape;2467;p51"/>
            <p:cNvGrpSpPr/>
            <p:nvPr/>
          </p:nvGrpSpPr>
          <p:grpSpPr>
            <a:xfrm>
              <a:off x="288463" y="3729601"/>
              <a:ext cx="685212" cy="687570"/>
              <a:chOff x="288463" y="3729601"/>
              <a:chExt cx="685212" cy="687570"/>
            </a:xfrm>
          </p:grpSpPr>
          <p:sp>
            <p:nvSpPr>
              <p:cNvPr id="2468" name="Google Shape;2468;p51"/>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9" name="Google Shape;2469;p51"/>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0" name="Google Shape;2470;p51"/>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grpSp>
        <p:nvGrpSpPr>
          <p:cNvPr id="2471" name="Google Shape;2471;p51"/>
          <p:cNvGrpSpPr/>
          <p:nvPr/>
        </p:nvGrpSpPr>
        <p:grpSpPr>
          <a:xfrm>
            <a:off x="6780898" y="2356444"/>
            <a:ext cx="946911" cy="966699"/>
            <a:chOff x="2725798" y="3590032"/>
            <a:chExt cx="946911" cy="966699"/>
          </a:xfrm>
        </p:grpSpPr>
        <p:grpSp>
          <p:nvGrpSpPr>
            <p:cNvPr id="2472" name="Google Shape;2472;p51"/>
            <p:cNvGrpSpPr/>
            <p:nvPr/>
          </p:nvGrpSpPr>
          <p:grpSpPr>
            <a:xfrm>
              <a:off x="2725798" y="3590032"/>
              <a:ext cx="946911" cy="966699"/>
              <a:chOff x="2040572" y="340487"/>
              <a:chExt cx="1276160" cy="1302829"/>
            </a:xfrm>
          </p:grpSpPr>
          <p:grpSp>
            <p:nvGrpSpPr>
              <p:cNvPr id="2473" name="Google Shape;2473;p51"/>
              <p:cNvGrpSpPr/>
              <p:nvPr/>
            </p:nvGrpSpPr>
            <p:grpSpPr>
              <a:xfrm>
                <a:off x="2040572" y="340487"/>
                <a:ext cx="1276160" cy="1302829"/>
                <a:chOff x="2040572" y="340487"/>
                <a:chExt cx="1276160" cy="1302829"/>
              </a:xfrm>
            </p:grpSpPr>
            <p:sp>
              <p:nvSpPr>
                <p:cNvPr id="2474" name="Google Shape;2474;p51"/>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5" name="Google Shape;2475;p51"/>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6" name="Google Shape;2476;p51"/>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7" name="Google Shape;2477;p51"/>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8" name="Google Shape;2478;p51"/>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9" name="Google Shape;2479;p51"/>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0" name="Google Shape;2480;p51"/>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1" name="Google Shape;2481;p51"/>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2" name="Google Shape;2482;p51"/>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3" name="Google Shape;2483;p51"/>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4" name="Google Shape;2484;p51"/>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5" name="Google Shape;2485;p51"/>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6" name="Google Shape;2486;p51"/>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7" name="Google Shape;2487;p51"/>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8" name="Google Shape;2488;p51"/>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9" name="Google Shape;2489;p51"/>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490" name="Google Shape;2490;p51"/>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491" name="Google Shape;2491;p51"/>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492" name="Google Shape;2492;p51"/>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493" name="Google Shape;2493;p51"/>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494" name="Google Shape;2494;p51"/>
          <p:cNvSpPr txBox="1"/>
          <p:nvPr/>
        </p:nvSpPr>
        <p:spPr>
          <a:xfrm>
            <a:off x="960400" y="4279100"/>
            <a:ext cx="748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Lexend Medium"/>
                <a:ea typeface="Lexend Medium"/>
                <a:cs typeface="Lexend Medium"/>
                <a:sym typeface="Lexend Medium"/>
              </a:rPr>
              <a:t>Workshop Materials: </a:t>
            </a:r>
            <a:r>
              <a:rPr lang="en" sz="1800" u="sng">
                <a:solidFill>
                  <a:schemeClr val="hlink"/>
                </a:solidFill>
                <a:latin typeface="Lexend Medium"/>
                <a:ea typeface="Lexend Medium"/>
                <a:cs typeface="Lexend Medium"/>
                <a:sym typeface="Lexend Medium"/>
                <a:hlinkClick r:id="rId3"/>
              </a:rPr>
              <a:t>Link</a:t>
            </a:r>
            <a:endParaRPr sz="1800">
              <a:solidFill>
                <a:schemeClr val="dk1"/>
              </a:solidFill>
              <a:latin typeface="Lexend Medium"/>
              <a:ea typeface="Lexend Medium"/>
              <a:cs typeface="Lexend Medium"/>
              <a:sym typeface="Lexend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8" name="Shape 2498"/>
        <p:cNvGrpSpPr/>
        <p:nvPr/>
      </p:nvGrpSpPr>
      <p:grpSpPr>
        <a:xfrm>
          <a:off x="0" y="0"/>
          <a:ext cx="0" cy="0"/>
          <a:chOff x="0" y="0"/>
          <a:chExt cx="0" cy="0"/>
        </a:xfrm>
      </p:grpSpPr>
      <p:grpSp>
        <p:nvGrpSpPr>
          <p:cNvPr id="2499" name="Google Shape;2499;p52"/>
          <p:cNvGrpSpPr/>
          <p:nvPr/>
        </p:nvGrpSpPr>
        <p:grpSpPr>
          <a:xfrm>
            <a:off x="2541796" y="486841"/>
            <a:ext cx="2261731" cy="1014987"/>
            <a:chOff x="3055725" y="715438"/>
            <a:chExt cx="3313407" cy="1014987"/>
          </a:xfrm>
        </p:grpSpPr>
        <p:grpSp>
          <p:nvGrpSpPr>
            <p:cNvPr id="2500" name="Google Shape;2500;p52"/>
            <p:cNvGrpSpPr/>
            <p:nvPr/>
          </p:nvGrpSpPr>
          <p:grpSpPr>
            <a:xfrm>
              <a:off x="3055725" y="715438"/>
              <a:ext cx="3103050" cy="786500"/>
              <a:chOff x="3007925" y="673613"/>
              <a:chExt cx="3103050" cy="786500"/>
            </a:xfrm>
          </p:grpSpPr>
          <p:sp>
            <p:nvSpPr>
              <p:cNvPr id="2501" name="Google Shape;2501;p52"/>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02" name="Google Shape;2502;p52"/>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3" name="Google Shape;2503;p52"/>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4" name="Google Shape;2504;p52"/>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5" name="Google Shape;2505;p52"/>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506" name="Google Shape;2506;p52"/>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507" name="Google Shape;2507;p52"/>
          <p:cNvSpPr txBox="1"/>
          <p:nvPr>
            <p:ph type="title"/>
          </p:nvPr>
        </p:nvSpPr>
        <p:spPr>
          <a:xfrm>
            <a:off x="209775" y="54477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is </a:t>
            </a:r>
            <a:r>
              <a:rPr lang="en">
                <a:solidFill>
                  <a:schemeClr val="lt1"/>
                </a:solidFill>
              </a:rPr>
              <a:t>FIJI</a:t>
            </a:r>
            <a:endParaRPr>
              <a:solidFill>
                <a:schemeClr val="lt1"/>
              </a:solidFill>
            </a:endParaRPr>
          </a:p>
        </p:txBody>
      </p:sp>
      <p:sp>
        <p:nvSpPr>
          <p:cNvPr id="2508" name="Google Shape;2508;p52"/>
          <p:cNvSpPr/>
          <p:nvPr/>
        </p:nvSpPr>
        <p:spPr>
          <a:xfrm>
            <a:off x="341525" y="2319600"/>
            <a:ext cx="3757500" cy="2131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09" name="Google Shape;2509;p52"/>
          <p:cNvGrpSpPr/>
          <p:nvPr/>
        </p:nvGrpSpPr>
        <p:grpSpPr>
          <a:xfrm>
            <a:off x="411700" y="2420932"/>
            <a:ext cx="277873" cy="68400"/>
            <a:chOff x="411700" y="2420932"/>
            <a:chExt cx="277873" cy="68400"/>
          </a:xfrm>
        </p:grpSpPr>
        <p:sp>
          <p:nvSpPr>
            <p:cNvPr id="2510" name="Google Shape;2510;p52"/>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1" name="Google Shape;2511;p52"/>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2" name="Google Shape;2512;p52"/>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13" name="Google Shape;2513;p52"/>
          <p:cNvSpPr/>
          <p:nvPr/>
        </p:nvSpPr>
        <p:spPr>
          <a:xfrm>
            <a:off x="341528" y="1539755"/>
            <a:ext cx="1953600" cy="630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Lexend"/>
                <a:ea typeface="Lexend"/>
                <a:cs typeface="Lexend"/>
                <a:sym typeface="Lexend"/>
              </a:rPr>
              <a:t>Slurm &amp; FIJI</a:t>
            </a:r>
            <a:endParaRPr sz="2000">
              <a:solidFill>
                <a:schemeClr val="dk1"/>
              </a:solidFill>
              <a:latin typeface="Lexend"/>
              <a:ea typeface="Lexend"/>
              <a:cs typeface="Lexend"/>
              <a:sym typeface="Lexend"/>
            </a:endParaRPr>
          </a:p>
        </p:txBody>
      </p:sp>
      <p:sp>
        <p:nvSpPr>
          <p:cNvPr id="2514" name="Google Shape;2514;p52"/>
          <p:cNvSpPr txBox="1"/>
          <p:nvPr>
            <p:ph idx="4" type="subTitle"/>
          </p:nvPr>
        </p:nvSpPr>
        <p:spPr>
          <a:xfrm>
            <a:off x="485300" y="2548200"/>
            <a:ext cx="3697500" cy="1877700"/>
          </a:xfrm>
          <a:prstGeom prst="rect">
            <a:avLst/>
          </a:prstGeom>
        </p:spPr>
        <p:txBody>
          <a:bodyPr anchorCtr="0" anchor="t" bIns="91425" lIns="91425" spcFirstLastPara="1" rIns="91425" wrap="square" tIns="91425">
            <a:spAutoFit/>
          </a:bodyPr>
          <a:lstStyle/>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FIJI = CU Boulder's high-performance computing (HPC) cluster</a:t>
            </a:r>
            <a:endParaRPr sz="1100">
              <a:latin typeface="Lexend Medium"/>
              <a:ea typeface="Lexend Medium"/>
              <a:cs typeface="Lexend Medium"/>
              <a:sym typeface="Lexend Medium"/>
            </a:endParaRPr>
          </a:p>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Used for:</a:t>
            </a:r>
            <a:endParaRPr sz="1100">
              <a:latin typeface="Lexend Medium"/>
              <a:ea typeface="Lexend Medium"/>
              <a:cs typeface="Lexend Medium"/>
              <a:sym typeface="Lexend Medium"/>
            </a:endParaRPr>
          </a:p>
          <a:p>
            <a:pPr indent="-285750" lvl="1" marL="914400" rtl="0" algn="l">
              <a:spcBef>
                <a:spcPts val="0"/>
              </a:spcBef>
              <a:spcAft>
                <a:spcPts val="0"/>
              </a:spcAft>
              <a:buSzPts val="900"/>
              <a:buFont typeface="Lexend SemiBold"/>
              <a:buChar char="○"/>
            </a:pPr>
            <a:r>
              <a:rPr lang="en" sz="1100">
                <a:latin typeface="Lexend Medium"/>
                <a:ea typeface="Lexend Medium"/>
                <a:cs typeface="Lexend Medium"/>
                <a:sym typeface="Lexend Medium"/>
              </a:rPr>
              <a:t>Bioinformatics, genomics</a:t>
            </a:r>
            <a:endParaRPr sz="1100">
              <a:latin typeface="Lexend Medium"/>
              <a:ea typeface="Lexend Medium"/>
              <a:cs typeface="Lexend Medium"/>
              <a:sym typeface="Lexend Medium"/>
            </a:endParaRPr>
          </a:p>
          <a:p>
            <a:pPr indent="-285750" lvl="1" marL="914400" rtl="0" algn="l">
              <a:spcBef>
                <a:spcPts val="0"/>
              </a:spcBef>
              <a:spcAft>
                <a:spcPts val="0"/>
              </a:spcAft>
              <a:buSzPts val="900"/>
              <a:buFont typeface="Lexend SemiBold"/>
              <a:buChar char="○"/>
            </a:pPr>
            <a:r>
              <a:rPr lang="en" sz="1100">
                <a:latin typeface="Lexend Medium"/>
                <a:ea typeface="Lexend Medium"/>
                <a:cs typeface="Lexend Medium"/>
                <a:sym typeface="Lexend Medium"/>
              </a:rPr>
              <a:t>AI / ML / statistics</a:t>
            </a:r>
            <a:endParaRPr sz="1100">
              <a:latin typeface="Lexend Medium"/>
              <a:ea typeface="Lexend Medium"/>
              <a:cs typeface="Lexend Medium"/>
              <a:sym typeface="Lexend Medium"/>
            </a:endParaRPr>
          </a:p>
          <a:p>
            <a:pPr indent="-285750" lvl="1" marL="914400" rtl="0" algn="l">
              <a:spcBef>
                <a:spcPts val="0"/>
              </a:spcBef>
              <a:spcAft>
                <a:spcPts val="0"/>
              </a:spcAft>
              <a:buSzPts val="900"/>
              <a:buFont typeface="Lexend SemiBold"/>
              <a:buChar char="○"/>
            </a:pPr>
            <a:r>
              <a:rPr lang="en" sz="1100">
                <a:latin typeface="Lexend Medium"/>
                <a:ea typeface="Lexend Medium"/>
                <a:cs typeface="Lexend Medium"/>
                <a:sym typeface="Lexend Medium"/>
              </a:rPr>
              <a:t>Physics, chemistry, engineering simulations</a:t>
            </a:r>
            <a:endParaRPr sz="1100">
              <a:latin typeface="Lexend Medium"/>
              <a:ea typeface="Lexend Medium"/>
              <a:cs typeface="Lexend Medium"/>
              <a:sym typeface="Lexend Medium"/>
            </a:endParaRPr>
          </a:p>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Free to first-year IQ Biology students</a:t>
            </a:r>
            <a:endParaRPr sz="1100">
              <a:latin typeface="Lexend Medium"/>
              <a:ea typeface="Lexend Medium"/>
              <a:cs typeface="Lexend Medium"/>
              <a:sym typeface="Lexend Medium"/>
            </a:endParaRPr>
          </a:p>
          <a:p>
            <a:pPr indent="-285750" lvl="0" marL="457200" rtl="0" algn="l">
              <a:spcBef>
                <a:spcPts val="0"/>
              </a:spcBef>
              <a:spcAft>
                <a:spcPts val="0"/>
              </a:spcAft>
              <a:buSzPts val="900"/>
              <a:buFont typeface="Lexend Medium"/>
              <a:buChar char="●"/>
            </a:pPr>
            <a:r>
              <a:rPr lang="en" sz="1100">
                <a:latin typeface="Lexend Medium"/>
                <a:ea typeface="Lexend Medium"/>
                <a:cs typeface="Lexend Medium"/>
                <a:sym typeface="Lexend Medium"/>
              </a:rPr>
              <a:t>Access available to BioFrontiers researchers</a:t>
            </a:r>
            <a:endParaRPr sz="1100">
              <a:latin typeface="Lexend Medium"/>
              <a:ea typeface="Lexend Medium"/>
              <a:cs typeface="Lexend Medium"/>
              <a:sym typeface="Lexend Medium"/>
            </a:endParaRPr>
          </a:p>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Managed by BioFrontiers IT (BIT)</a:t>
            </a:r>
            <a:endParaRPr sz="1100">
              <a:latin typeface="Lexend Medium"/>
              <a:ea typeface="Lexend Medium"/>
              <a:cs typeface="Lexend Medium"/>
              <a:sym typeface="Lexend Medium"/>
            </a:endParaRPr>
          </a:p>
        </p:txBody>
      </p:sp>
      <p:sp>
        <p:nvSpPr>
          <p:cNvPr id="2515" name="Google Shape;2515;p52"/>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516" name="Google Shape;2516;p52"/>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517" name="Google Shape;2517;p52"/>
          <p:cNvSpPr/>
          <p:nvPr/>
        </p:nvSpPr>
        <p:spPr>
          <a:xfrm>
            <a:off x="5132350" y="2319600"/>
            <a:ext cx="34374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18" name="Google Shape;2518;p52"/>
          <p:cNvGrpSpPr/>
          <p:nvPr/>
        </p:nvGrpSpPr>
        <p:grpSpPr>
          <a:xfrm>
            <a:off x="5202525" y="2420932"/>
            <a:ext cx="277873" cy="68400"/>
            <a:chOff x="5202525" y="2420932"/>
            <a:chExt cx="277873" cy="68400"/>
          </a:xfrm>
        </p:grpSpPr>
        <p:sp>
          <p:nvSpPr>
            <p:cNvPr id="2519" name="Google Shape;2519;p52"/>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0" name="Google Shape;2520;p52"/>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1" name="Google Shape;2521;p52"/>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522" name="Google Shape;2522;p52"/>
          <p:cNvPicPr preferRelativeResize="0"/>
          <p:nvPr/>
        </p:nvPicPr>
        <p:blipFill>
          <a:blip r:embed="rId3">
            <a:alphaModFix/>
          </a:blip>
          <a:stretch>
            <a:fillRect/>
          </a:stretch>
        </p:blipFill>
        <p:spPr>
          <a:xfrm>
            <a:off x="5356974" y="2692400"/>
            <a:ext cx="2988149" cy="1864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6" name="Shape 2526"/>
        <p:cNvGrpSpPr/>
        <p:nvPr/>
      </p:nvGrpSpPr>
      <p:grpSpPr>
        <a:xfrm>
          <a:off x="0" y="0"/>
          <a:ext cx="0" cy="0"/>
          <a:chOff x="0" y="0"/>
          <a:chExt cx="0" cy="0"/>
        </a:xfrm>
      </p:grpSpPr>
      <p:grpSp>
        <p:nvGrpSpPr>
          <p:cNvPr id="2527" name="Google Shape;2527;p53"/>
          <p:cNvGrpSpPr/>
          <p:nvPr/>
        </p:nvGrpSpPr>
        <p:grpSpPr>
          <a:xfrm>
            <a:off x="2541796" y="486841"/>
            <a:ext cx="2261731" cy="1014987"/>
            <a:chOff x="3055725" y="715438"/>
            <a:chExt cx="3313407" cy="1014987"/>
          </a:xfrm>
        </p:grpSpPr>
        <p:grpSp>
          <p:nvGrpSpPr>
            <p:cNvPr id="2528" name="Google Shape;2528;p53"/>
            <p:cNvGrpSpPr/>
            <p:nvPr/>
          </p:nvGrpSpPr>
          <p:grpSpPr>
            <a:xfrm>
              <a:off x="3055725" y="715438"/>
              <a:ext cx="3103050" cy="786500"/>
              <a:chOff x="3007925" y="673613"/>
              <a:chExt cx="3103050" cy="786500"/>
            </a:xfrm>
          </p:grpSpPr>
          <p:sp>
            <p:nvSpPr>
              <p:cNvPr id="2529" name="Google Shape;2529;p53"/>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30" name="Google Shape;2530;p53"/>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1" name="Google Shape;2531;p53"/>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2" name="Google Shape;2532;p53"/>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3" name="Google Shape;2533;p53"/>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534" name="Google Shape;2534;p53"/>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535" name="Google Shape;2535;p53"/>
          <p:cNvSpPr txBox="1"/>
          <p:nvPr>
            <p:ph type="title"/>
          </p:nvPr>
        </p:nvSpPr>
        <p:spPr>
          <a:xfrm>
            <a:off x="209775" y="54477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is </a:t>
            </a:r>
            <a:r>
              <a:rPr lang="en">
                <a:solidFill>
                  <a:schemeClr val="lt1"/>
                </a:solidFill>
              </a:rPr>
              <a:t>Slurm</a:t>
            </a:r>
            <a:endParaRPr>
              <a:solidFill>
                <a:schemeClr val="lt1"/>
              </a:solidFill>
            </a:endParaRPr>
          </a:p>
        </p:txBody>
      </p:sp>
      <p:sp>
        <p:nvSpPr>
          <p:cNvPr id="2536" name="Google Shape;2536;p53"/>
          <p:cNvSpPr/>
          <p:nvPr/>
        </p:nvSpPr>
        <p:spPr>
          <a:xfrm>
            <a:off x="341525" y="2319600"/>
            <a:ext cx="4059600" cy="18159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37" name="Google Shape;2537;p53"/>
          <p:cNvGrpSpPr/>
          <p:nvPr/>
        </p:nvGrpSpPr>
        <p:grpSpPr>
          <a:xfrm>
            <a:off x="411700" y="2420932"/>
            <a:ext cx="277873" cy="68400"/>
            <a:chOff x="411700" y="2420932"/>
            <a:chExt cx="277873" cy="68400"/>
          </a:xfrm>
        </p:grpSpPr>
        <p:sp>
          <p:nvSpPr>
            <p:cNvPr id="2538" name="Google Shape;2538;p53"/>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9" name="Google Shape;2539;p53"/>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0" name="Google Shape;2540;p53"/>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41" name="Google Shape;2541;p53"/>
          <p:cNvSpPr/>
          <p:nvPr/>
        </p:nvSpPr>
        <p:spPr>
          <a:xfrm>
            <a:off x="341528" y="1539755"/>
            <a:ext cx="1953600" cy="630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Lexend"/>
                <a:ea typeface="Lexend"/>
                <a:cs typeface="Lexend"/>
                <a:sym typeface="Lexend"/>
              </a:rPr>
              <a:t>Slurm &amp; FIJI</a:t>
            </a:r>
            <a:endParaRPr sz="2000">
              <a:solidFill>
                <a:schemeClr val="dk1"/>
              </a:solidFill>
              <a:latin typeface="Lexend"/>
              <a:ea typeface="Lexend"/>
              <a:cs typeface="Lexend"/>
              <a:sym typeface="Lexend"/>
            </a:endParaRPr>
          </a:p>
        </p:txBody>
      </p:sp>
      <p:sp>
        <p:nvSpPr>
          <p:cNvPr id="2542" name="Google Shape;2542;p53"/>
          <p:cNvSpPr txBox="1"/>
          <p:nvPr>
            <p:ph idx="4" type="subTitle"/>
          </p:nvPr>
        </p:nvSpPr>
        <p:spPr>
          <a:xfrm>
            <a:off x="516425" y="2548200"/>
            <a:ext cx="3736200" cy="1539300"/>
          </a:xfrm>
          <a:prstGeom prst="rect">
            <a:avLst/>
          </a:prstGeom>
        </p:spPr>
        <p:txBody>
          <a:bodyPr anchorCtr="0" anchor="t" bIns="91425" lIns="91425" spcFirstLastPara="1" rIns="91425" wrap="square" tIns="91425">
            <a:spAutoFit/>
          </a:bodyPr>
          <a:lstStyle/>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SLURM = Simple Linux Utility for Resource Management</a:t>
            </a:r>
            <a:endParaRPr sz="1100">
              <a:latin typeface="Lexend Medium"/>
              <a:ea typeface="Lexend Medium"/>
              <a:cs typeface="Lexend Medium"/>
              <a:sym typeface="Lexend Medium"/>
            </a:endParaRPr>
          </a:p>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It handles:</a:t>
            </a:r>
            <a:endParaRPr sz="1100">
              <a:latin typeface="Lexend Medium"/>
              <a:ea typeface="Lexend Medium"/>
              <a:cs typeface="Lexend Medium"/>
              <a:sym typeface="Lexend Medium"/>
            </a:endParaRPr>
          </a:p>
          <a:p>
            <a:pPr indent="-285750" lvl="1" marL="914400" rtl="0" algn="l">
              <a:spcBef>
                <a:spcPts val="0"/>
              </a:spcBef>
              <a:spcAft>
                <a:spcPts val="0"/>
              </a:spcAft>
              <a:buSzPts val="900"/>
              <a:buFont typeface="Lexend SemiBold"/>
              <a:buChar char="○"/>
            </a:pPr>
            <a:r>
              <a:rPr lang="en" sz="1100">
                <a:latin typeface="Lexend Medium"/>
                <a:ea typeface="Lexend Medium"/>
                <a:cs typeface="Lexend Medium"/>
                <a:sym typeface="Lexend Medium"/>
              </a:rPr>
              <a:t>Job queues</a:t>
            </a:r>
            <a:endParaRPr sz="1100">
              <a:latin typeface="Lexend Medium"/>
              <a:ea typeface="Lexend Medium"/>
              <a:cs typeface="Lexend Medium"/>
              <a:sym typeface="Lexend Medium"/>
            </a:endParaRPr>
          </a:p>
          <a:p>
            <a:pPr indent="-285750" lvl="1" marL="914400" rtl="0" algn="l">
              <a:spcBef>
                <a:spcPts val="0"/>
              </a:spcBef>
              <a:spcAft>
                <a:spcPts val="0"/>
              </a:spcAft>
              <a:buSzPts val="900"/>
              <a:buFont typeface="Lexend SemiBold"/>
              <a:buChar char="○"/>
            </a:pPr>
            <a:r>
              <a:rPr lang="en" sz="1100">
                <a:latin typeface="Lexend Medium"/>
                <a:ea typeface="Lexend Medium"/>
                <a:cs typeface="Lexend Medium"/>
                <a:sym typeface="Lexend Medium"/>
              </a:rPr>
              <a:t>Resource allocation (CPUs, memory, time)</a:t>
            </a:r>
            <a:endParaRPr sz="1100">
              <a:latin typeface="Lexend Medium"/>
              <a:ea typeface="Lexend Medium"/>
              <a:cs typeface="Lexend Medium"/>
              <a:sym typeface="Lexend Medium"/>
            </a:endParaRPr>
          </a:p>
          <a:p>
            <a:pPr indent="-285750" lvl="1" marL="914400" rtl="0" algn="l">
              <a:spcBef>
                <a:spcPts val="0"/>
              </a:spcBef>
              <a:spcAft>
                <a:spcPts val="0"/>
              </a:spcAft>
              <a:buSzPts val="900"/>
              <a:buFont typeface="Lexend SemiBold"/>
              <a:buChar char="○"/>
            </a:pPr>
            <a:r>
              <a:rPr lang="en" sz="1100">
                <a:latin typeface="Lexend Medium"/>
                <a:ea typeface="Lexend Medium"/>
                <a:cs typeface="Lexend Medium"/>
                <a:sym typeface="Lexend Medium"/>
              </a:rPr>
              <a:t>Load balancing across compute nodes</a:t>
            </a:r>
            <a:endParaRPr sz="1100">
              <a:latin typeface="Lexend Medium"/>
              <a:ea typeface="Lexend Medium"/>
              <a:cs typeface="Lexend Medium"/>
              <a:sym typeface="Lexend Medium"/>
            </a:endParaRPr>
          </a:p>
        </p:txBody>
      </p:sp>
      <p:sp>
        <p:nvSpPr>
          <p:cNvPr id="2543" name="Google Shape;2543;p53"/>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544" name="Google Shape;2544;p53"/>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545" name="Google Shape;2545;p53"/>
          <p:cNvSpPr/>
          <p:nvPr/>
        </p:nvSpPr>
        <p:spPr>
          <a:xfrm>
            <a:off x="5132350" y="2319600"/>
            <a:ext cx="34374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46" name="Google Shape;2546;p53"/>
          <p:cNvGrpSpPr/>
          <p:nvPr/>
        </p:nvGrpSpPr>
        <p:grpSpPr>
          <a:xfrm>
            <a:off x="5202525" y="2420932"/>
            <a:ext cx="277873" cy="68400"/>
            <a:chOff x="5202525" y="2420932"/>
            <a:chExt cx="277873" cy="68400"/>
          </a:xfrm>
        </p:grpSpPr>
        <p:sp>
          <p:nvSpPr>
            <p:cNvPr id="2547" name="Google Shape;2547;p53"/>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8" name="Google Shape;2548;p53"/>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9" name="Google Shape;2549;p53"/>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550" name="Google Shape;2550;p53"/>
          <p:cNvPicPr preferRelativeResize="0"/>
          <p:nvPr/>
        </p:nvPicPr>
        <p:blipFill>
          <a:blip r:embed="rId3">
            <a:alphaModFix/>
          </a:blip>
          <a:stretch>
            <a:fillRect/>
          </a:stretch>
        </p:blipFill>
        <p:spPr>
          <a:xfrm>
            <a:off x="5460160" y="2685900"/>
            <a:ext cx="2781778" cy="1877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4" name="Shape 2554"/>
        <p:cNvGrpSpPr/>
        <p:nvPr/>
      </p:nvGrpSpPr>
      <p:grpSpPr>
        <a:xfrm>
          <a:off x="0" y="0"/>
          <a:ext cx="0" cy="0"/>
          <a:chOff x="0" y="0"/>
          <a:chExt cx="0" cy="0"/>
        </a:xfrm>
      </p:grpSpPr>
      <p:sp>
        <p:nvSpPr>
          <p:cNvPr id="2555" name="Google Shape;2555;p54"/>
          <p:cNvSpPr/>
          <p:nvPr/>
        </p:nvSpPr>
        <p:spPr>
          <a:xfrm>
            <a:off x="342570" y="2317834"/>
            <a:ext cx="5772900" cy="24330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6" name="Google Shape;2556;p54"/>
          <p:cNvSpPr txBox="1"/>
          <p:nvPr>
            <p:ph idx="4" type="subTitle"/>
          </p:nvPr>
        </p:nvSpPr>
        <p:spPr>
          <a:xfrm>
            <a:off x="342725" y="2548200"/>
            <a:ext cx="5772900" cy="1908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Lexend Medium"/>
                <a:ea typeface="Lexend Medium"/>
                <a:cs typeface="Lexend Medium"/>
                <a:sym typeface="Lexend Medium"/>
              </a:rPr>
              <a:t>Command:</a:t>
            </a:r>
            <a:endParaRPr sz="1600">
              <a:latin typeface="Lexend Medium"/>
              <a:ea typeface="Lexend Medium"/>
              <a:cs typeface="Lexend Medium"/>
              <a:sym typeface="Lexend Medium"/>
            </a:endParaRPr>
          </a:p>
          <a:p>
            <a:pPr indent="-330200" lvl="1" marL="914400" rtl="0" algn="l">
              <a:spcBef>
                <a:spcPts val="0"/>
              </a:spcBef>
              <a:spcAft>
                <a:spcPts val="0"/>
              </a:spcAft>
              <a:buSzPts val="1600"/>
              <a:buFont typeface="Lexend Medium"/>
              <a:buChar char="○"/>
            </a:pPr>
            <a:r>
              <a:rPr lang="en" sz="1600">
                <a:solidFill>
                  <a:srgbClr val="188038"/>
                </a:solidFill>
                <a:latin typeface="Roboto Mono"/>
                <a:ea typeface="Roboto Mono"/>
                <a:cs typeface="Roboto Mono"/>
                <a:sym typeface="Roboto Mono"/>
              </a:rPr>
              <a:t>ssh &lt;identikey&gt;@fiji.colorado.edu</a:t>
            </a:r>
            <a:endParaRPr sz="1600">
              <a:latin typeface="Lexend Medium"/>
              <a:ea typeface="Lexend Medium"/>
              <a:cs typeface="Lexend Medium"/>
              <a:sym typeface="Lexend Medium"/>
            </a:endParaRPr>
          </a:p>
          <a:p>
            <a:pPr indent="-330200" lvl="0" marL="457200" rtl="0" algn="l">
              <a:spcBef>
                <a:spcPts val="0"/>
              </a:spcBef>
              <a:spcAft>
                <a:spcPts val="0"/>
              </a:spcAft>
              <a:buSzPts val="1600"/>
              <a:buFont typeface="Lexend Medium"/>
              <a:buChar char="●"/>
            </a:pPr>
            <a:r>
              <a:rPr lang="en" sz="1600">
                <a:latin typeface="Lexend Medium"/>
                <a:ea typeface="Lexend Medium"/>
                <a:cs typeface="Lexend Medium"/>
                <a:sym typeface="Lexend Medium"/>
              </a:rPr>
              <a:t>Campus WIFI or VPN required</a:t>
            </a:r>
            <a:endParaRPr sz="1600">
              <a:latin typeface="Lexend Medium"/>
              <a:ea typeface="Lexend Medium"/>
              <a:cs typeface="Lexend Medium"/>
              <a:sym typeface="Lexend Medium"/>
            </a:endParaRPr>
          </a:p>
          <a:p>
            <a:pPr indent="-330200" lvl="0" marL="457200" rtl="0" algn="l">
              <a:spcBef>
                <a:spcPts val="0"/>
              </a:spcBef>
              <a:spcAft>
                <a:spcPts val="0"/>
              </a:spcAft>
              <a:buSzPts val="1600"/>
              <a:buFont typeface="Lexend Medium"/>
              <a:buChar char="●"/>
            </a:pPr>
            <a:r>
              <a:rPr lang="en" sz="1600">
                <a:latin typeface="Lexend Medium"/>
                <a:ea typeface="Lexend Medium"/>
                <a:cs typeface="Lexend Medium"/>
                <a:sym typeface="Lexend Medium"/>
              </a:rPr>
              <a:t>Any terminal works — macOS/Linux Terminal, or Windows PowerShell (built-in SSH)</a:t>
            </a:r>
            <a:endParaRPr sz="1600">
              <a:latin typeface="Lexend Medium"/>
              <a:ea typeface="Lexend Medium"/>
              <a:cs typeface="Lexend Medium"/>
              <a:sym typeface="Lexend Medium"/>
            </a:endParaRPr>
          </a:p>
          <a:p>
            <a:pPr indent="-330200" lvl="0" marL="457200" rtl="0" algn="l">
              <a:spcBef>
                <a:spcPts val="0"/>
              </a:spcBef>
              <a:spcAft>
                <a:spcPts val="0"/>
              </a:spcAft>
              <a:buSzPts val="1600"/>
              <a:buFont typeface="Lexend Medium"/>
              <a:buChar char="●"/>
            </a:pPr>
            <a:r>
              <a:rPr lang="en" sz="1600">
                <a:latin typeface="Lexend Medium"/>
                <a:ea typeface="Lexend Medium"/>
                <a:cs typeface="Lexend Medium"/>
                <a:sym typeface="Lexend Medium"/>
              </a:rPr>
              <a:t>DO NOT run heavy computation directly on login nodes</a:t>
            </a:r>
            <a:endParaRPr sz="1600">
              <a:latin typeface="Lexend Medium"/>
              <a:ea typeface="Lexend Medium"/>
              <a:cs typeface="Lexend Medium"/>
              <a:sym typeface="Lexend Medium"/>
            </a:endParaRPr>
          </a:p>
        </p:txBody>
      </p:sp>
      <p:sp>
        <p:nvSpPr>
          <p:cNvPr id="2557" name="Google Shape;2557;p54"/>
          <p:cNvSpPr/>
          <p:nvPr/>
        </p:nvSpPr>
        <p:spPr>
          <a:xfrm>
            <a:off x="6653275" y="2317825"/>
            <a:ext cx="2445600" cy="24330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8" name="Google Shape;2558;p54"/>
          <p:cNvSpPr/>
          <p:nvPr/>
        </p:nvSpPr>
        <p:spPr>
          <a:xfrm>
            <a:off x="6791859" y="4147459"/>
            <a:ext cx="1080900" cy="45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Tips</a:t>
            </a:r>
            <a:endParaRPr sz="2400">
              <a:solidFill>
                <a:schemeClr val="dk1"/>
              </a:solidFill>
              <a:latin typeface="Lexend"/>
              <a:ea typeface="Lexend"/>
              <a:cs typeface="Lexend"/>
              <a:sym typeface="Lexend"/>
            </a:endParaRPr>
          </a:p>
        </p:txBody>
      </p:sp>
      <p:grpSp>
        <p:nvGrpSpPr>
          <p:cNvPr id="2559" name="Google Shape;2559;p54"/>
          <p:cNvGrpSpPr/>
          <p:nvPr/>
        </p:nvGrpSpPr>
        <p:grpSpPr>
          <a:xfrm>
            <a:off x="6723459" y="2419159"/>
            <a:ext cx="277873" cy="68400"/>
            <a:chOff x="6723459" y="2419159"/>
            <a:chExt cx="277873" cy="68400"/>
          </a:xfrm>
        </p:grpSpPr>
        <p:sp>
          <p:nvSpPr>
            <p:cNvPr id="2560" name="Google Shape;2560;p54"/>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1" name="Google Shape;2561;p54"/>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2" name="Google Shape;2562;p54"/>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563" name="Google Shape;2563;p54"/>
          <p:cNvGrpSpPr/>
          <p:nvPr/>
        </p:nvGrpSpPr>
        <p:grpSpPr>
          <a:xfrm>
            <a:off x="412745" y="2419159"/>
            <a:ext cx="277873" cy="68400"/>
            <a:chOff x="412745" y="2419159"/>
            <a:chExt cx="277873" cy="68400"/>
          </a:xfrm>
        </p:grpSpPr>
        <p:sp>
          <p:nvSpPr>
            <p:cNvPr id="2564" name="Google Shape;2564;p54"/>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5" name="Google Shape;2565;p54"/>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6" name="Google Shape;2566;p54"/>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67" name="Google Shape;2567;p54"/>
          <p:cNvSpPr txBox="1"/>
          <p:nvPr>
            <p:ph idx="5" type="subTitle"/>
          </p:nvPr>
        </p:nvSpPr>
        <p:spPr>
          <a:xfrm>
            <a:off x="6733126" y="2548191"/>
            <a:ext cx="2373000" cy="16623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a:t>Set up alias’ so you do not need to type full command to login into fiji</a:t>
            </a:r>
            <a:endParaRPr/>
          </a:p>
          <a:p>
            <a:pPr indent="0" lvl="0" marL="0" rtl="0" algn="l">
              <a:lnSpc>
                <a:spcPct val="100000"/>
              </a:lnSpc>
              <a:spcBef>
                <a:spcPts val="0"/>
              </a:spcBef>
              <a:spcAft>
                <a:spcPts val="0"/>
              </a:spcAft>
              <a:buClr>
                <a:schemeClr val="dk1"/>
              </a:buClr>
              <a:buSzPts val="1100"/>
              <a:buFont typeface="Arial"/>
              <a:buNone/>
            </a:pPr>
            <a:r>
              <a:rPr lang="en"/>
              <a:t>Eg:</a:t>
            </a:r>
            <a:endParaRPr/>
          </a:p>
          <a:p>
            <a:pPr indent="0" lvl="0" marL="0" rtl="0" algn="l">
              <a:lnSpc>
                <a:spcPct val="100000"/>
              </a:lnSpc>
              <a:spcBef>
                <a:spcPts val="0"/>
              </a:spcBef>
              <a:spcAft>
                <a:spcPts val="0"/>
              </a:spcAft>
              <a:buClr>
                <a:schemeClr val="dk1"/>
              </a:buClr>
              <a:buSzPts val="1100"/>
              <a:buFont typeface="Arial"/>
              <a:buNone/>
            </a:pPr>
            <a:r>
              <a:rPr lang="en"/>
              <a:t>	</a:t>
            </a:r>
            <a:r>
              <a:rPr lang="en">
                <a:solidFill>
                  <a:srgbClr val="188038"/>
                </a:solidFill>
                <a:latin typeface="Roboto Mono"/>
                <a:ea typeface="Roboto Mono"/>
                <a:cs typeface="Roboto Mono"/>
                <a:sym typeface="Roboto Mono"/>
              </a:rPr>
              <a:t/>
            </a:r>
            <a:r>
              <a:rPr lang="en">
                <a:solidFill>
                  <a:srgbClr val="188038"/>
                </a:solidFill>
                <a:latin typeface="Roboto Mono"/>
                <a:ea typeface="Roboto Mono"/>
                <a:cs typeface="Roboto Mono"/>
                <a:sym typeface="Roboto Mono"/>
              </a:rPr>
              <a:t>fiji</a:t>
            </a:r>
            <a:endParaRPr>
              <a:solidFill>
                <a:srgbClr val="188038"/>
              </a:solidFill>
              <a:latin typeface="Roboto Mono"/>
              <a:ea typeface="Roboto Mono"/>
              <a:cs typeface="Roboto Mono"/>
              <a:sym typeface="Roboto Mono"/>
            </a:endParaRPr>
          </a:p>
          <a:p>
            <a:pPr indent="0" lvl="0" marL="0" rtl="0" algn="l">
              <a:lnSpc>
                <a:spcPct val="100000"/>
              </a:lnSpc>
              <a:spcBef>
                <a:spcPts val="0"/>
              </a:spcBef>
              <a:spcAft>
                <a:spcPts val="0"/>
              </a:spcAft>
              <a:buClr>
                <a:schemeClr val="dk1"/>
              </a:buClr>
              <a:buSzPts val="1100"/>
              <a:buFont typeface="Arial"/>
              <a:buNone/>
            </a:pPr>
            <a:r>
              <a:t/>
            </a:r>
            <a:endParaRPr>
              <a:solidFill>
                <a:srgbClr val="188038"/>
              </a:solidFill>
              <a:latin typeface="Roboto Mono"/>
              <a:ea typeface="Roboto Mono"/>
              <a:cs typeface="Roboto Mono"/>
              <a:sym typeface="Roboto Mono"/>
            </a:endParaRPr>
          </a:p>
          <a:p>
            <a:pPr indent="0" lvl="0" marL="0" rtl="0" algn="l">
              <a:lnSpc>
                <a:spcPct val="100000"/>
              </a:lnSpc>
              <a:spcBef>
                <a:spcPts val="0"/>
              </a:spcBef>
              <a:spcAft>
                <a:spcPts val="0"/>
              </a:spcAft>
              <a:buClr>
                <a:schemeClr val="dk1"/>
              </a:buClr>
              <a:buSzPts val="1100"/>
              <a:buFont typeface="Arial"/>
              <a:buNone/>
            </a:pPr>
            <a:r>
              <a:rPr lang="en"/>
              <a:t>Can also SSH port forward – ask one of us for help with this</a:t>
            </a:r>
            <a:endParaRPr/>
          </a:p>
        </p:txBody>
      </p:sp>
      <p:sp>
        <p:nvSpPr>
          <p:cNvPr id="2568" name="Google Shape;2568;p54"/>
          <p:cNvSpPr txBox="1"/>
          <p:nvPr>
            <p:ph type="title"/>
          </p:nvPr>
        </p:nvSpPr>
        <p:spPr>
          <a:xfrm>
            <a:off x="209775" y="468575"/>
            <a:ext cx="50160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Connecting to FIJI</a:t>
            </a:r>
            <a:endParaRPr/>
          </a:p>
        </p:txBody>
      </p:sp>
      <p:sp>
        <p:nvSpPr>
          <p:cNvPr id="2569" name="Google Shape;2569;p54"/>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570" name="Google Shape;2570;p54"/>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4" name="Shape 2574"/>
        <p:cNvGrpSpPr/>
        <p:nvPr/>
      </p:nvGrpSpPr>
      <p:grpSpPr>
        <a:xfrm>
          <a:off x="0" y="0"/>
          <a:ext cx="0" cy="0"/>
          <a:chOff x="0" y="0"/>
          <a:chExt cx="0" cy="0"/>
        </a:xfrm>
      </p:grpSpPr>
      <p:sp>
        <p:nvSpPr>
          <p:cNvPr id="2575" name="Google Shape;2575;p55"/>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76" name="Google Shape;2576;p55"/>
          <p:cNvGrpSpPr/>
          <p:nvPr/>
        </p:nvGrpSpPr>
        <p:grpSpPr>
          <a:xfrm>
            <a:off x="427350" y="1434150"/>
            <a:ext cx="277873" cy="68400"/>
            <a:chOff x="520925" y="1460325"/>
            <a:chExt cx="277873" cy="68400"/>
          </a:xfrm>
        </p:grpSpPr>
        <p:sp>
          <p:nvSpPr>
            <p:cNvPr id="2577" name="Google Shape;2577;p55"/>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8" name="Google Shape;2578;p55"/>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9" name="Google Shape;2579;p55"/>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80" name="Google Shape;2580;p55"/>
          <p:cNvSpPr txBox="1"/>
          <p:nvPr>
            <p:ph type="title"/>
          </p:nvPr>
        </p:nvSpPr>
        <p:spPr>
          <a:xfrm>
            <a:off x="209775" y="468575"/>
            <a:ext cx="85236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FIJI File System Overview</a:t>
            </a:r>
            <a:endParaRPr/>
          </a:p>
        </p:txBody>
      </p:sp>
      <p:sp>
        <p:nvSpPr>
          <p:cNvPr id="2581" name="Google Shape;2581;p55"/>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582" name="Google Shape;2582;p55"/>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graphicFrame>
        <p:nvGraphicFramePr>
          <p:cNvPr id="2583" name="Google Shape;2583;p55"/>
          <p:cNvGraphicFramePr/>
          <p:nvPr/>
        </p:nvGraphicFramePr>
        <p:xfrm>
          <a:off x="952500" y="1809750"/>
          <a:ext cx="3000000" cy="3000000"/>
        </p:xfrm>
        <a:graphic>
          <a:graphicData uri="http://schemas.openxmlformats.org/drawingml/2006/table">
            <a:tbl>
              <a:tblPr>
                <a:noFill/>
                <a:tableStyleId>{FC7EE060-DB5B-4263-B405-02E1025D4BB2}</a:tableStyleId>
              </a:tblPr>
              <a:tblGrid>
                <a:gridCol w="3619500"/>
                <a:gridCol w="3619500"/>
              </a:tblGrid>
              <a:tr h="381000">
                <a:tc>
                  <a:txBody>
                    <a:bodyPr/>
                    <a:lstStyle/>
                    <a:p>
                      <a:pPr indent="0" lvl="0" marL="0" rtl="0" algn="ctr">
                        <a:lnSpc>
                          <a:spcPct val="115000"/>
                        </a:lnSpc>
                        <a:spcBef>
                          <a:spcPts val="0"/>
                        </a:spcBef>
                        <a:spcAft>
                          <a:spcPts val="0"/>
                        </a:spcAft>
                        <a:buNone/>
                      </a:pPr>
                      <a:r>
                        <a:rPr b="1" lang="en" sz="1100"/>
                        <a:t>Directory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a:t>
                      </a:r>
                      <a:r>
                        <a:rPr lang="en" sz="1100"/>
                        <a:t> or </a:t>
                      </a:r>
                      <a:r>
                        <a:rPr lang="en" sz="1100">
                          <a:solidFill>
                            <a:srgbClr val="188038"/>
                          </a:solidFill>
                          <a:latin typeface="Roboto Mono"/>
                          <a:ea typeface="Roboto Mono"/>
                          <a:cs typeface="Roboto Mono"/>
                          <a:sym typeface="Roboto Mono"/>
                        </a:rPr>
                        <a:t>/Users/&lt;identikey&gt;</a:t>
                      </a:r>
                      <a:r>
                        <a:rPr lang="en" sz="1100"/>
                        <a:t> (home)</a:t>
                      </a:r>
                      <a:endParaRPr sz="11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Permanent, small capacity</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/scratch/Users/&lt;identikey&gt;</a:t>
                      </a:r>
                      <a:endParaRPr sz="1100">
                        <a:solidFill>
                          <a:srgbClr val="188038"/>
                        </a:solidFill>
                        <a:latin typeface="Roboto Mono"/>
                        <a:ea typeface="Roboto Mono"/>
                        <a:cs typeface="Roboto Mono"/>
                        <a:sym typeface="Roboto Mon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Temporary storage, high-speed I/O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/scratch/Shares/</a:t>
                      </a:r>
                      <a:endParaRPr sz="1100">
                        <a:solidFill>
                          <a:srgbClr val="188038"/>
                        </a:solidFill>
                        <a:latin typeface="Roboto Mono"/>
                        <a:ea typeface="Roboto Mono"/>
                        <a:cs typeface="Roboto Mono"/>
                        <a:sym typeface="Roboto Mon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chemeClr val="dk1"/>
                          </a:solidFill>
                        </a:rPr>
                        <a:t>Temporary</a:t>
                      </a:r>
                      <a:r>
                        <a:rPr lang="en">
                          <a:solidFill>
                            <a:schemeClr val="dk1"/>
                          </a:solidFill>
                        </a:rPr>
                        <a:t> group space (request access)</a:t>
                      </a:r>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/Shares/</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solidFill>
                            <a:schemeClr val="dk1"/>
                          </a:solidFill>
                        </a:rPr>
                        <a:t>Shared group space (request access)</a:t>
                      </a:r>
                      <a:endParaRPr/>
                    </a:p>
                  </a:txBody>
                  <a:tcPr marT="91425" marB="91425" marR="91425" marL="91425"/>
                </a:tc>
              </a:tr>
              <a:tr h="3810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a:t>
                      </a:r>
                      <a:r>
                        <a:rPr lang="en" sz="1100">
                          <a:solidFill>
                            <a:srgbClr val="188038"/>
                          </a:solidFill>
                          <a:latin typeface="Roboto Mono"/>
                          <a:ea typeface="Roboto Mono"/>
                          <a:cs typeface="Roboto Mono"/>
                          <a:sym typeface="Roboto Mono"/>
                        </a:rPr>
                        <a:t>projects</a:t>
                      </a:r>
                      <a:r>
                        <a:rPr lang="e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Shared group space (request access)</a:t>
                      </a:r>
                      <a:endParaRPr/>
                    </a:p>
                  </a:txBody>
                  <a:tcPr marT="91425" marB="91425" marR="91425" marL="91425"/>
                </a:tc>
              </a:tr>
            </a:tbl>
          </a:graphicData>
        </a:graphic>
      </p:graphicFrame>
      <p:sp>
        <p:nvSpPr>
          <p:cNvPr id="2584" name="Google Shape;2584;p55"/>
          <p:cNvSpPr txBox="1"/>
          <p:nvPr>
            <p:ph idx="4294967295" type="subTitle"/>
          </p:nvPr>
        </p:nvSpPr>
        <p:spPr>
          <a:xfrm>
            <a:off x="952500" y="4244850"/>
            <a:ext cx="7239000" cy="5826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1200"/>
              <a:buChar char="●"/>
            </a:pPr>
            <a:r>
              <a:rPr lang="en"/>
              <a:t>Use </a:t>
            </a:r>
            <a:r>
              <a:rPr lang="en">
                <a:solidFill>
                  <a:srgbClr val="188038"/>
                </a:solidFill>
                <a:latin typeface="Roboto Mono"/>
                <a:ea typeface="Roboto Mono"/>
                <a:cs typeface="Roboto Mono"/>
                <a:sym typeface="Roboto Mono"/>
              </a:rPr>
              <a:t>cd</a:t>
            </a:r>
            <a:r>
              <a:rPr lang="en"/>
              <a:t>, </a:t>
            </a:r>
            <a:r>
              <a:rPr lang="en">
                <a:solidFill>
                  <a:srgbClr val="188038"/>
                </a:solidFill>
                <a:latin typeface="Roboto Mono"/>
                <a:ea typeface="Roboto Mono"/>
                <a:cs typeface="Roboto Mono"/>
                <a:sym typeface="Roboto Mono"/>
              </a:rPr>
              <a:t>ls</a:t>
            </a:r>
            <a:r>
              <a:rPr lang="en"/>
              <a:t>, </a:t>
            </a:r>
            <a:r>
              <a:rPr lang="en">
                <a:solidFill>
                  <a:srgbClr val="188038"/>
                </a:solidFill>
                <a:latin typeface="Roboto Mono"/>
                <a:ea typeface="Roboto Mono"/>
                <a:cs typeface="Roboto Mono"/>
                <a:sym typeface="Roboto Mono"/>
              </a:rPr>
              <a:t>du -sh *</a:t>
            </a:r>
            <a:r>
              <a:rPr lang="en"/>
              <a:t>, </a:t>
            </a:r>
            <a:r>
              <a:rPr lang="en">
                <a:solidFill>
                  <a:srgbClr val="188038"/>
                </a:solidFill>
                <a:latin typeface="Roboto Mono"/>
                <a:ea typeface="Roboto Mono"/>
                <a:cs typeface="Roboto Mono"/>
                <a:sym typeface="Roboto Mono"/>
              </a:rPr>
              <a:t>df -h</a:t>
            </a:r>
            <a:r>
              <a:rPr lang="en"/>
              <a:t> to navigate and monitor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8" name="Shape 2588"/>
        <p:cNvGrpSpPr/>
        <p:nvPr/>
      </p:nvGrpSpPr>
      <p:grpSpPr>
        <a:xfrm>
          <a:off x="0" y="0"/>
          <a:ext cx="0" cy="0"/>
          <a:chOff x="0" y="0"/>
          <a:chExt cx="0" cy="0"/>
        </a:xfrm>
      </p:grpSpPr>
      <p:sp>
        <p:nvSpPr>
          <p:cNvPr id="2589" name="Google Shape;2589;p56"/>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90" name="Google Shape;2590;p56"/>
          <p:cNvGrpSpPr/>
          <p:nvPr/>
        </p:nvGrpSpPr>
        <p:grpSpPr>
          <a:xfrm>
            <a:off x="427350" y="1434150"/>
            <a:ext cx="277873" cy="68400"/>
            <a:chOff x="520925" y="1460325"/>
            <a:chExt cx="277873" cy="68400"/>
          </a:xfrm>
        </p:grpSpPr>
        <p:sp>
          <p:nvSpPr>
            <p:cNvPr id="2591" name="Google Shape;2591;p56"/>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2" name="Google Shape;2592;p56"/>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3" name="Google Shape;2593;p56"/>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94" name="Google Shape;2594;p56"/>
          <p:cNvSpPr txBox="1"/>
          <p:nvPr>
            <p:ph type="title"/>
          </p:nvPr>
        </p:nvSpPr>
        <p:spPr>
          <a:xfrm>
            <a:off x="209775" y="468575"/>
            <a:ext cx="85236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Types of Slurm Jobs</a:t>
            </a:r>
            <a:endParaRPr/>
          </a:p>
        </p:txBody>
      </p:sp>
      <p:sp>
        <p:nvSpPr>
          <p:cNvPr id="2595" name="Google Shape;2595;p56"/>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596" name="Google Shape;2596;p56"/>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597" name="Google Shape;2597;p56"/>
          <p:cNvSpPr txBox="1"/>
          <p:nvPr>
            <p:ph idx="4294967295" type="subTitle"/>
          </p:nvPr>
        </p:nvSpPr>
        <p:spPr>
          <a:xfrm>
            <a:off x="952500" y="4016250"/>
            <a:ext cx="7239000" cy="5826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1200"/>
              <a:buChar char="●"/>
            </a:pPr>
            <a:r>
              <a:rPr lang="en"/>
              <a:t>After starting an Interactive job you must </a:t>
            </a:r>
            <a:r>
              <a:rPr lang="en">
                <a:solidFill>
                  <a:srgbClr val="188038"/>
                </a:solidFill>
                <a:latin typeface="Roboto Mono"/>
                <a:ea typeface="Roboto Mono"/>
                <a:cs typeface="Roboto Mono"/>
                <a:sym typeface="Roboto Mono"/>
              </a:rPr>
              <a:t>SSH</a:t>
            </a:r>
            <a:r>
              <a:rPr lang="en"/>
              <a:t> to the allocated node, otherwise you will be using the resources allocated to the login node (which is a no-no)</a:t>
            </a:r>
            <a:endParaRPr/>
          </a:p>
        </p:txBody>
      </p:sp>
      <p:graphicFrame>
        <p:nvGraphicFramePr>
          <p:cNvPr id="2598" name="Google Shape;2598;p56"/>
          <p:cNvGraphicFramePr/>
          <p:nvPr/>
        </p:nvGraphicFramePr>
        <p:xfrm>
          <a:off x="952500" y="1809750"/>
          <a:ext cx="3000000" cy="3000000"/>
        </p:xfrm>
        <a:graphic>
          <a:graphicData uri="http://schemas.openxmlformats.org/drawingml/2006/table">
            <a:tbl>
              <a:tblPr>
                <a:noFill/>
                <a:tableStyleId>{FC7EE060-DB5B-4263-B405-02E1025D4BB2}</a:tableStyleId>
              </a:tblPr>
              <a:tblGrid>
                <a:gridCol w="2413000"/>
                <a:gridCol w="2413000"/>
                <a:gridCol w="2413000"/>
              </a:tblGrid>
              <a:tr h="381000">
                <a:tc>
                  <a:txBody>
                    <a:bodyPr/>
                    <a:lstStyle/>
                    <a:p>
                      <a:pPr indent="0" lvl="0" marL="0" rtl="0" algn="ctr">
                        <a:lnSpc>
                          <a:spcPct val="115000"/>
                        </a:lnSpc>
                        <a:spcBef>
                          <a:spcPts val="0"/>
                        </a:spcBef>
                        <a:spcAft>
                          <a:spcPts val="0"/>
                        </a:spcAft>
                        <a:buNone/>
                      </a:pPr>
                      <a:r>
                        <a:rPr b="1" lang="en" sz="1100"/>
                        <a:t>Job Type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Command</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Use Case</a:t>
                      </a:r>
                      <a:endParaRPr b="1" sz="1100"/>
                    </a:p>
                  </a:txBody>
                  <a:tcPr marT="91425" marB="91425" marR="91425" marL="91425"/>
                </a:tc>
              </a:tr>
              <a:tr h="381000">
                <a:tc>
                  <a:txBody>
                    <a:bodyPr/>
                    <a:lstStyle/>
                    <a:p>
                      <a:pPr indent="0" lvl="0" marL="0" rtl="0" algn="l">
                        <a:spcBef>
                          <a:spcPts val="0"/>
                        </a:spcBef>
                        <a:spcAft>
                          <a:spcPts val="0"/>
                        </a:spcAft>
                        <a:buNone/>
                      </a:pPr>
                      <a:r>
                        <a:rPr b="1" lang="en" sz="1100"/>
                        <a:t>Batch</a:t>
                      </a:r>
                      <a:endParaRPr b="1" sz="1100"/>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sbatch</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Most common — run a script on the cluster</a:t>
                      </a:r>
                      <a:endParaRPr/>
                    </a:p>
                  </a:txBody>
                  <a:tcPr marT="91425" marB="91425" marR="91425" marL="91425"/>
                </a:tc>
              </a:tr>
              <a:tr h="381000">
                <a:tc>
                  <a:txBody>
                    <a:bodyPr/>
                    <a:lstStyle/>
                    <a:p>
                      <a:pPr indent="0" lvl="0" marL="0" rtl="0" algn="l">
                        <a:spcBef>
                          <a:spcPts val="0"/>
                        </a:spcBef>
                        <a:spcAft>
                          <a:spcPts val="0"/>
                        </a:spcAft>
                        <a:buNone/>
                      </a:pPr>
                      <a:r>
                        <a:rPr b="1" lang="en" sz="1100"/>
                        <a:t>Interactive</a:t>
                      </a:r>
                      <a:endParaRPr b="1" sz="1100"/>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srun</a:t>
                      </a:r>
                      <a:r>
                        <a:rPr lang="en" sz="1100"/>
                        <a:t> or </a:t>
                      </a:r>
                      <a:r>
                        <a:rPr lang="en" sz="1100">
                          <a:solidFill>
                            <a:srgbClr val="188038"/>
                          </a:solidFill>
                          <a:latin typeface="Roboto Mono"/>
                          <a:ea typeface="Roboto Mono"/>
                          <a:cs typeface="Roboto Mono"/>
                          <a:sym typeface="Roboto Mono"/>
                        </a:rPr>
                        <a:t>salloc</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For debugging or quick tasks</a:t>
                      </a:r>
                      <a:endParaRPr/>
                    </a:p>
                  </a:txBody>
                  <a:tcPr marT="91425" marB="91425" marR="91425" marL="91425"/>
                </a:tc>
              </a:tr>
              <a:tr h="381000">
                <a:tc>
                  <a:txBody>
                    <a:bodyPr/>
                    <a:lstStyle/>
                    <a:p>
                      <a:pPr indent="0" lvl="0" marL="0" rtl="0" algn="l">
                        <a:spcBef>
                          <a:spcPts val="0"/>
                        </a:spcBef>
                        <a:spcAft>
                          <a:spcPts val="0"/>
                        </a:spcAft>
                        <a:buNone/>
                      </a:pPr>
                      <a:r>
                        <a:rPr b="1" lang="en" sz="1100"/>
                        <a:t>Job status</a:t>
                      </a:r>
                      <a:endParaRPr b="1" sz="1100"/>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squeue</a:t>
                      </a:r>
                      <a:r>
                        <a:rPr lang="en" sz="1100"/>
                        <a:t>, </a:t>
                      </a:r>
                      <a:r>
                        <a:rPr lang="en" sz="1100">
                          <a:solidFill>
                            <a:srgbClr val="188038"/>
                          </a:solidFill>
                          <a:latin typeface="Roboto Mono"/>
                          <a:ea typeface="Roboto Mono"/>
                          <a:cs typeface="Roboto Mono"/>
                          <a:sym typeface="Roboto Mono"/>
                        </a:rPr>
                        <a:t>sacct</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Monitor your jobs</a:t>
                      </a:r>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2" name="Shape 2602"/>
        <p:cNvGrpSpPr/>
        <p:nvPr/>
      </p:nvGrpSpPr>
      <p:grpSpPr>
        <a:xfrm>
          <a:off x="0" y="0"/>
          <a:ext cx="0" cy="0"/>
          <a:chOff x="0" y="0"/>
          <a:chExt cx="0" cy="0"/>
        </a:xfrm>
      </p:grpSpPr>
      <p:grpSp>
        <p:nvGrpSpPr>
          <p:cNvPr id="2603" name="Google Shape;2603;p57"/>
          <p:cNvGrpSpPr/>
          <p:nvPr/>
        </p:nvGrpSpPr>
        <p:grpSpPr>
          <a:xfrm>
            <a:off x="4145440" y="470934"/>
            <a:ext cx="3080806" cy="1014987"/>
            <a:chOff x="3055725" y="715438"/>
            <a:chExt cx="3313407" cy="1014987"/>
          </a:xfrm>
        </p:grpSpPr>
        <p:grpSp>
          <p:nvGrpSpPr>
            <p:cNvPr id="2604" name="Google Shape;2604;p57"/>
            <p:cNvGrpSpPr/>
            <p:nvPr/>
          </p:nvGrpSpPr>
          <p:grpSpPr>
            <a:xfrm>
              <a:off x="3055725" y="715438"/>
              <a:ext cx="3103050" cy="786500"/>
              <a:chOff x="3007925" y="673613"/>
              <a:chExt cx="3103050" cy="786500"/>
            </a:xfrm>
          </p:grpSpPr>
          <p:sp>
            <p:nvSpPr>
              <p:cNvPr id="2605" name="Google Shape;2605;p57"/>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06" name="Google Shape;2606;p57"/>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7" name="Google Shape;2607;p57"/>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8" name="Google Shape;2608;p57"/>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9" name="Google Shape;2609;p57"/>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610" name="Google Shape;2610;p57"/>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grpSp>
        <p:nvGrpSpPr>
          <p:cNvPr id="2611" name="Google Shape;2611;p57"/>
          <p:cNvGrpSpPr/>
          <p:nvPr/>
        </p:nvGrpSpPr>
        <p:grpSpPr>
          <a:xfrm>
            <a:off x="114282" y="1187691"/>
            <a:ext cx="1975784" cy="1014987"/>
            <a:chOff x="3055725" y="715438"/>
            <a:chExt cx="3313407" cy="1014987"/>
          </a:xfrm>
        </p:grpSpPr>
        <p:grpSp>
          <p:nvGrpSpPr>
            <p:cNvPr id="2612" name="Google Shape;2612;p57"/>
            <p:cNvGrpSpPr/>
            <p:nvPr/>
          </p:nvGrpSpPr>
          <p:grpSpPr>
            <a:xfrm>
              <a:off x="3055725" y="715438"/>
              <a:ext cx="3103050" cy="786500"/>
              <a:chOff x="3007925" y="673613"/>
              <a:chExt cx="3103050" cy="786500"/>
            </a:xfrm>
          </p:grpSpPr>
          <p:sp>
            <p:nvSpPr>
              <p:cNvPr id="2613" name="Google Shape;2613;p57"/>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14" name="Google Shape;2614;p57"/>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5" name="Google Shape;2615;p57"/>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6" name="Google Shape;2616;p57"/>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7" name="Google Shape;2617;p57"/>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618" name="Google Shape;2618;p57"/>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619" name="Google Shape;2619;p57"/>
          <p:cNvSpPr txBox="1"/>
          <p:nvPr>
            <p:ph type="title"/>
          </p:nvPr>
        </p:nvSpPr>
        <p:spPr>
          <a:xfrm>
            <a:off x="209775" y="544775"/>
            <a:ext cx="86787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Modules and </a:t>
            </a:r>
            <a:r>
              <a:rPr lang="en">
                <a:solidFill>
                  <a:schemeClr val="lt1"/>
                </a:solidFill>
              </a:rPr>
              <a:t>Software</a:t>
            </a:r>
            <a:r>
              <a:rPr lang="en"/>
              <a:t> on </a:t>
            </a:r>
            <a:r>
              <a:rPr lang="en">
                <a:solidFill>
                  <a:schemeClr val="lt1"/>
                </a:solidFill>
              </a:rPr>
              <a:t>FIJI</a:t>
            </a:r>
            <a:endParaRPr>
              <a:solidFill>
                <a:schemeClr val="lt1"/>
              </a:solidFill>
            </a:endParaRPr>
          </a:p>
        </p:txBody>
      </p:sp>
      <p:sp>
        <p:nvSpPr>
          <p:cNvPr id="2620" name="Google Shape;2620;p57"/>
          <p:cNvSpPr/>
          <p:nvPr/>
        </p:nvSpPr>
        <p:spPr>
          <a:xfrm>
            <a:off x="341525" y="2319600"/>
            <a:ext cx="3757500" cy="2131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621" name="Google Shape;2621;p57"/>
          <p:cNvGrpSpPr/>
          <p:nvPr/>
        </p:nvGrpSpPr>
        <p:grpSpPr>
          <a:xfrm>
            <a:off x="411700" y="2420932"/>
            <a:ext cx="277873" cy="68400"/>
            <a:chOff x="411700" y="2420932"/>
            <a:chExt cx="277873" cy="68400"/>
          </a:xfrm>
        </p:grpSpPr>
        <p:sp>
          <p:nvSpPr>
            <p:cNvPr id="2622" name="Google Shape;2622;p57"/>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3" name="Google Shape;2623;p57"/>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4" name="Google Shape;2624;p57"/>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625" name="Google Shape;2625;p57"/>
          <p:cNvSpPr txBox="1"/>
          <p:nvPr>
            <p:ph idx="4" type="subTitle"/>
          </p:nvPr>
        </p:nvSpPr>
        <p:spPr>
          <a:xfrm>
            <a:off x="485311" y="2548200"/>
            <a:ext cx="3524400" cy="1877700"/>
          </a:xfrm>
          <a:prstGeom prst="rect">
            <a:avLst/>
          </a:prstGeom>
        </p:spPr>
        <p:txBody>
          <a:bodyPr anchorCtr="0" anchor="t" bIns="91425" lIns="91425" spcFirstLastPara="1" rIns="91425" wrap="square" tIns="91425">
            <a:spAutoFit/>
          </a:bodyPr>
          <a:lstStyle/>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FIJI used </a:t>
            </a:r>
            <a:r>
              <a:rPr lang="en" sz="1100">
                <a:solidFill>
                  <a:srgbClr val="188038"/>
                </a:solidFill>
                <a:latin typeface="Roboto Mono"/>
                <a:ea typeface="Roboto Mono"/>
                <a:cs typeface="Roboto Mono"/>
                <a:sym typeface="Roboto Mono"/>
              </a:rPr>
              <a:t>Lmod</a:t>
            </a:r>
            <a:r>
              <a:rPr lang="en" sz="1100">
                <a:latin typeface="Lexend Medium"/>
                <a:ea typeface="Lexend Medium"/>
                <a:cs typeface="Lexend Medium"/>
                <a:sym typeface="Lexend Medium"/>
              </a:rPr>
              <a:t> to manage software and environments:</a:t>
            </a:r>
            <a:endParaRPr sz="1100">
              <a:latin typeface="Lexend Medium"/>
              <a:ea typeface="Lexend Medium"/>
              <a:cs typeface="Lexend Medium"/>
              <a:sym typeface="Lexend Medium"/>
            </a:endParaRPr>
          </a:p>
          <a:p>
            <a:pPr indent="0" lvl="0" marL="457200" rtl="0" algn="l">
              <a:spcBef>
                <a:spcPts val="0"/>
              </a:spcBef>
              <a:spcAft>
                <a:spcPts val="0"/>
              </a:spcAft>
              <a:buNone/>
            </a:pPr>
            <a:r>
              <a:t/>
            </a:r>
            <a:endParaRPr sz="1100">
              <a:latin typeface="Lexend Medium"/>
              <a:ea typeface="Lexend Medium"/>
              <a:cs typeface="Lexend Medium"/>
              <a:sym typeface="Lexend Medium"/>
            </a:endParaRPr>
          </a:p>
          <a:p>
            <a:pPr indent="0" lvl="0" marL="457200" rtl="0" algn="l">
              <a:spcBef>
                <a:spcPts val="0"/>
              </a:spcBef>
              <a:spcAft>
                <a:spcPts val="0"/>
              </a:spcAft>
              <a:buNone/>
            </a:pPr>
            <a:r>
              <a:rPr lang="en" sz="1100">
                <a:solidFill>
                  <a:srgbClr val="188038"/>
                </a:solidFill>
                <a:latin typeface="Roboto Mono"/>
                <a:ea typeface="Roboto Mono"/>
                <a:cs typeface="Roboto Mono"/>
                <a:sym typeface="Roboto Mono"/>
              </a:rPr>
              <a:t>module avail</a:t>
            </a:r>
            <a:endParaRPr sz="1100">
              <a:latin typeface="Lexend Medium"/>
              <a:ea typeface="Lexend Medium"/>
              <a:cs typeface="Lexend Medium"/>
              <a:sym typeface="Lexend Medium"/>
            </a:endParaRPr>
          </a:p>
          <a:p>
            <a:pPr indent="0" lvl="0" marL="457200" rtl="0" algn="l">
              <a:spcBef>
                <a:spcPts val="0"/>
              </a:spcBef>
              <a:spcAft>
                <a:spcPts val="0"/>
              </a:spcAft>
              <a:buNone/>
            </a:pPr>
            <a:r>
              <a:rPr lang="en" sz="1100">
                <a:solidFill>
                  <a:srgbClr val="188038"/>
                </a:solidFill>
                <a:latin typeface="Roboto Mono"/>
                <a:ea typeface="Roboto Mono"/>
                <a:cs typeface="Roboto Mono"/>
                <a:sym typeface="Roboto Mono"/>
              </a:rPr>
              <a:t>module load python/3.11</a:t>
            </a:r>
            <a:endParaRPr sz="1100">
              <a:latin typeface="Lexend Medium"/>
              <a:ea typeface="Lexend Medium"/>
              <a:cs typeface="Lexend Medium"/>
              <a:sym typeface="Lexend Medium"/>
            </a:endParaRPr>
          </a:p>
          <a:p>
            <a:pPr indent="0" lvl="0" marL="457200" rtl="0" algn="l">
              <a:spcBef>
                <a:spcPts val="0"/>
              </a:spcBef>
              <a:spcAft>
                <a:spcPts val="0"/>
              </a:spcAft>
              <a:buNone/>
            </a:pPr>
            <a:r>
              <a:rPr lang="en" sz="1100">
                <a:solidFill>
                  <a:srgbClr val="188038"/>
                </a:solidFill>
                <a:latin typeface="Roboto Mono"/>
                <a:ea typeface="Roboto Mono"/>
                <a:cs typeface="Roboto Mono"/>
                <a:sym typeface="Roboto Mono"/>
              </a:rPr>
              <a:t>module list</a:t>
            </a:r>
            <a:endParaRPr sz="1100">
              <a:latin typeface="Lexend Medium"/>
              <a:ea typeface="Lexend Medium"/>
              <a:cs typeface="Lexend Medium"/>
              <a:sym typeface="Lexend Medium"/>
            </a:endParaRPr>
          </a:p>
          <a:p>
            <a:pPr indent="0" lvl="0" marL="457200" rtl="0" algn="l">
              <a:spcBef>
                <a:spcPts val="0"/>
              </a:spcBef>
              <a:spcAft>
                <a:spcPts val="0"/>
              </a:spcAft>
              <a:buNone/>
            </a:pPr>
            <a:r>
              <a:t/>
            </a:r>
            <a:endParaRPr sz="1100">
              <a:latin typeface="Lexend Medium"/>
              <a:ea typeface="Lexend Medium"/>
              <a:cs typeface="Lexend Medium"/>
              <a:sym typeface="Lexend Medium"/>
            </a:endParaRPr>
          </a:p>
          <a:p>
            <a:pPr indent="-298450" lvl="0" marL="457200" rtl="0" algn="l">
              <a:spcBef>
                <a:spcPts val="0"/>
              </a:spcBef>
              <a:spcAft>
                <a:spcPts val="0"/>
              </a:spcAft>
              <a:buSzPts val="1100"/>
              <a:buFont typeface="Lexend Medium"/>
              <a:buChar char="●"/>
            </a:pPr>
            <a:r>
              <a:rPr lang="en" sz="1100">
                <a:latin typeface="Lexend Medium"/>
                <a:ea typeface="Lexend Medium"/>
                <a:cs typeface="Lexend Medium"/>
                <a:sym typeface="Lexend Medium"/>
              </a:rPr>
              <a:t>Use </a:t>
            </a:r>
            <a:r>
              <a:rPr lang="en" sz="1100">
                <a:solidFill>
                  <a:srgbClr val="188038"/>
                </a:solidFill>
                <a:latin typeface="Roboto Mono"/>
                <a:ea typeface="Roboto Mono"/>
                <a:cs typeface="Roboto Mono"/>
                <a:sym typeface="Roboto Mono"/>
              </a:rPr>
              <a:t>conda</a:t>
            </a:r>
            <a:r>
              <a:rPr lang="en" sz="1100">
                <a:latin typeface="Lexend Medium"/>
                <a:ea typeface="Lexend Medium"/>
                <a:cs typeface="Lexend Medium"/>
                <a:sym typeface="Lexend Medium"/>
              </a:rPr>
              <a:t> (or equivalent) if you need custom Python/R packages or environments</a:t>
            </a:r>
            <a:endParaRPr sz="1100">
              <a:latin typeface="Lexend Medium"/>
              <a:ea typeface="Lexend Medium"/>
              <a:cs typeface="Lexend Medium"/>
              <a:sym typeface="Lexend Medium"/>
            </a:endParaRPr>
          </a:p>
        </p:txBody>
      </p:sp>
      <p:sp>
        <p:nvSpPr>
          <p:cNvPr id="2626" name="Google Shape;2626;p57"/>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627" name="Google Shape;2627;p57"/>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628" name="Google Shape;2628;p57"/>
          <p:cNvSpPr/>
          <p:nvPr/>
        </p:nvSpPr>
        <p:spPr>
          <a:xfrm>
            <a:off x="5823301" y="2317825"/>
            <a:ext cx="3273000" cy="2433000"/>
          </a:xfrm>
          <a:prstGeom prst="roundRect">
            <a:avLst>
              <a:gd fmla="val 4803"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9" name="Google Shape;2629;p57"/>
          <p:cNvSpPr/>
          <p:nvPr/>
        </p:nvSpPr>
        <p:spPr>
          <a:xfrm>
            <a:off x="5998584" y="4172734"/>
            <a:ext cx="1080900" cy="45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Tips</a:t>
            </a:r>
            <a:endParaRPr sz="2400">
              <a:solidFill>
                <a:schemeClr val="dk1"/>
              </a:solidFill>
              <a:latin typeface="Lexend"/>
              <a:ea typeface="Lexend"/>
              <a:cs typeface="Lexend"/>
              <a:sym typeface="Lexend"/>
            </a:endParaRPr>
          </a:p>
        </p:txBody>
      </p:sp>
      <p:sp>
        <p:nvSpPr>
          <p:cNvPr id="2630" name="Google Shape;2630;p57"/>
          <p:cNvSpPr txBox="1"/>
          <p:nvPr>
            <p:ph idx="5" type="subTitle"/>
          </p:nvPr>
        </p:nvSpPr>
        <p:spPr>
          <a:xfrm>
            <a:off x="5930170" y="2548191"/>
            <a:ext cx="3176100" cy="16623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a:t>Before activating your conda environment run the following command to ensure that conda has been properly loaded</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eval "$(conda shell.bash hook)"</a:t>
            </a:r>
            <a:endParaRPr>
              <a:solidFill>
                <a:srgbClr val="188038"/>
              </a:solidFill>
              <a:latin typeface="Roboto Mono"/>
              <a:ea typeface="Roboto Mono"/>
              <a:cs typeface="Roboto Mono"/>
              <a:sym typeface="Roboto Mono"/>
            </a:endParaRPr>
          </a:p>
          <a:p>
            <a:pPr indent="0" lvl="0" marL="0" rtl="0" algn="l">
              <a:lnSpc>
                <a:spcPct val="100000"/>
              </a:lnSpc>
              <a:spcBef>
                <a:spcPts val="0"/>
              </a:spcBef>
              <a:spcAft>
                <a:spcPts val="0"/>
              </a:spcAft>
              <a:buClr>
                <a:schemeClr val="dk1"/>
              </a:buClr>
              <a:buSzPts val="1100"/>
              <a:buFont typeface="Arial"/>
              <a:buNone/>
            </a:pPr>
            <a:r>
              <a:t/>
            </a:r>
            <a:endParaRPr>
              <a:latin typeface="Lexend"/>
              <a:ea typeface="Lexend"/>
              <a:cs typeface="Lexend"/>
              <a:sym typeface="Lexend"/>
            </a:endParaRPr>
          </a:p>
          <a:p>
            <a:pPr indent="0" lvl="0" marL="0" rtl="0" algn="l">
              <a:lnSpc>
                <a:spcPct val="100000"/>
              </a:lnSpc>
              <a:spcBef>
                <a:spcPts val="0"/>
              </a:spcBef>
              <a:spcAft>
                <a:spcPts val="0"/>
              </a:spcAft>
              <a:buClr>
                <a:schemeClr val="dk1"/>
              </a:buClr>
              <a:buSzPts val="1100"/>
              <a:buFont typeface="Arial"/>
              <a:buNone/>
            </a:pPr>
            <a:r>
              <a:rPr lang="en">
                <a:latin typeface="Lexend"/>
                <a:ea typeface="Lexend"/>
                <a:cs typeface="Lexend"/>
                <a:sym typeface="Lexend"/>
              </a:rPr>
              <a:t>(Thanks Ben Braun)</a:t>
            </a:r>
            <a:endParaRPr>
              <a:latin typeface="Lexend"/>
              <a:ea typeface="Lexend"/>
              <a:cs typeface="Lexend"/>
              <a:sym typeface="Lexend"/>
            </a:endParaRPr>
          </a:p>
        </p:txBody>
      </p:sp>
      <p:grpSp>
        <p:nvGrpSpPr>
          <p:cNvPr id="2631" name="Google Shape;2631;p57"/>
          <p:cNvGrpSpPr/>
          <p:nvPr/>
        </p:nvGrpSpPr>
        <p:grpSpPr>
          <a:xfrm>
            <a:off x="5930184" y="2444434"/>
            <a:ext cx="277873" cy="68400"/>
            <a:chOff x="6723459" y="2419159"/>
            <a:chExt cx="277873" cy="68400"/>
          </a:xfrm>
        </p:grpSpPr>
        <p:sp>
          <p:nvSpPr>
            <p:cNvPr id="2632" name="Google Shape;2632;p57"/>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3" name="Google Shape;2633;p57"/>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4" name="Google Shape;2634;p57"/>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8" name="Shape 2638"/>
        <p:cNvGrpSpPr/>
        <p:nvPr/>
      </p:nvGrpSpPr>
      <p:grpSpPr>
        <a:xfrm>
          <a:off x="0" y="0"/>
          <a:ext cx="0" cy="0"/>
          <a:chOff x="0" y="0"/>
          <a:chExt cx="0" cy="0"/>
        </a:xfrm>
      </p:grpSpPr>
      <p:sp>
        <p:nvSpPr>
          <p:cNvPr id="2639" name="Google Shape;2639;p58"/>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640" name="Google Shape;2640;p58"/>
          <p:cNvGrpSpPr/>
          <p:nvPr/>
        </p:nvGrpSpPr>
        <p:grpSpPr>
          <a:xfrm>
            <a:off x="427350" y="1434150"/>
            <a:ext cx="277873" cy="68400"/>
            <a:chOff x="520925" y="1460325"/>
            <a:chExt cx="277873" cy="68400"/>
          </a:xfrm>
        </p:grpSpPr>
        <p:sp>
          <p:nvSpPr>
            <p:cNvPr id="2641" name="Google Shape;2641;p5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2" name="Google Shape;2642;p5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3" name="Google Shape;2643;p5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644" name="Google Shape;2644;p58"/>
          <p:cNvSpPr txBox="1"/>
          <p:nvPr>
            <p:ph type="title"/>
          </p:nvPr>
        </p:nvSpPr>
        <p:spPr>
          <a:xfrm>
            <a:off x="209775" y="468575"/>
            <a:ext cx="85236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Basic Slurm Job Script</a:t>
            </a:r>
            <a:endParaRPr/>
          </a:p>
        </p:txBody>
      </p:sp>
      <p:sp>
        <p:nvSpPr>
          <p:cNvPr id="2645" name="Google Shape;2645;p58"/>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646" name="Google Shape;2646;p58"/>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647" name="Google Shape;2647;p58"/>
          <p:cNvSpPr txBox="1"/>
          <p:nvPr>
            <p:ph idx="4294967295" type="subTitle"/>
          </p:nvPr>
        </p:nvSpPr>
        <p:spPr>
          <a:xfrm>
            <a:off x="952500" y="1605150"/>
            <a:ext cx="7239000" cy="30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#!/bin/bash</a:t>
            </a:r>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#SBATCH --partition=short</a:t>
            </a:r>
            <a:endParaRPr>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#SBATCH --nodes=1</a:t>
            </a:r>
            <a:endParaRPr>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#SBATCH --time=01:00:00</a:t>
            </a:r>
            <a:endParaRPr>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#SBATCH --job-name=test_job</a:t>
            </a:r>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#SBATCH --output=/scratch/Users/&lt;IdentiKey&gt;/slurm-%j.out</a:t>
            </a:r>
            <a:endParaRPr>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#SBATCH --error=/scratch/Users/&lt;IdentiKey&gt;/slurm-%j.err</a:t>
            </a:r>
            <a:endParaRPr>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#SBATCH --ntasks=1</a:t>
            </a:r>
            <a:endParaRPr>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#SBATCH --mem=4G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module load python/3.11</a:t>
            </a:r>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python my_script.py</a:t>
            </a:r>
            <a:endParaRPr/>
          </a:p>
          <a:p>
            <a:pPr indent="0" lvl="0" marL="457200" rtl="0" algn="l">
              <a:spcBef>
                <a:spcPts val="0"/>
              </a:spcBef>
              <a:spcAft>
                <a:spcPts val="0"/>
              </a:spcAft>
              <a:buClr>
                <a:schemeClr val="dk1"/>
              </a:buClr>
              <a:buSzPts val="1100"/>
              <a:buFont typeface="Arial"/>
              <a:buNone/>
            </a:pPr>
            <a:r>
              <a:t/>
            </a:r>
            <a:endParaRPr/>
          </a:p>
          <a:p>
            <a:pPr indent="-304800" lvl="0" marL="457200" rtl="0" algn="l">
              <a:lnSpc>
                <a:spcPct val="100000"/>
              </a:lnSpc>
              <a:spcBef>
                <a:spcPts val="0"/>
              </a:spcBef>
              <a:spcAft>
                <a:spcPts val="0"/>
              </a:spcAft>
              <a:buSzPts val="1200"/>
              <a:buChar char="●"/>
            </a:pPr>
            <a:r>
              <a:rPr lang="en"/>
              <a:t>Save this as </a:t>
            </a:r>
            <a:r>
              <a:rPr lang="en">
                <a:solidFill>
                  <a:srgbClr val="188038"/>
                </a:solidFill>
                <a:latin typeface="Roboto Mono"/>
                <a:ea typeface="Roboto Mono"/>
                <a:cs typeface="Roboto Mono"/>
                <a:sym typeface="Roboto Mono"/>
              </a:rPr>
              <a:t>job.sh</a:t>
            </a:r>
            <a:endParaRPr/>
          </a:p>
          <a:p>
            <a:pPr indent="-304800" lvl="0" marL="457200" rtl="0" algn="l">
              <a:lnSpc>
                <a:spcPct val="100000"/>
              </a:lnSpc>
              <a:spcBef>
                <a:spcPts val="0"/>
              </a:spcBef>
              <a:spcAft>
                <a:spcPts val="0"/>
              </a:spcAft>
              <a:buSzPts val="1200"/>
              <a:buChar char="●"/>
            </a:pPr>
            <a:r>
              <a:rPr lang="en"/>
              <a:t>Submit with</a:t>
            </a:r>
            <a:endParaRPr/>
          </a:p>
          <a:p>
            <a:pPr indent="0" lvl="0" marL="0" rtl="0" algn="l">
              <a:lnSpc>
                <a:spcPct val="100000"/>
              </a:lnSpc>
              <a:spcBef>
                <a:spcPts val="0"/>
              </a:spcBef>
              <a:spcAft>
                <a:spcPts val="0"/>
              </a:spcAft>
              <a:buClr>
                <a:srgbClr val="000000"/>
              </a:buClr>
              <a:buSzPts val="1100"/>
              <a:buFont typeface="Arial"/>
              <a:buNone/>
            </a:pPr>
            <a:r>
              <a:rPr lang="en">
                <a:solidFill>
                  <a:srgbClr val="188038"/>
                </a:solidFill>
                <a:latin typeface="Roboto Mono"/>
                <a:ea typeface="Roboto Mono"/>
                <a:cs typeface="Roboto Mono"/>
                <a:sym typeface="Roboto Mono"/>
              </a:rPr>
              <a:t>sbatch job.sh</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1" name="Shape 2651"/>
        <p:cNvGrpSpPr/>
        <p:nvPr/>
      </p:nvGrpSpPr>
      <p:grpSpPr>
        <a:xfrm>
          <a:off x="0" y="0"/>
          <a:ext cx="0" cy="0"/>
          <a:chOff x="0" y="0"/>
          <a:chExt cx="0" cy="0"/>
        </a:xfrm>
      </p:grpSpPr>
      <p:sp>
        <p:nvSpPr>
          <p:cNvPr id="2652" name="Google Shape;2652;p59"/>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653" name="Google Shape;2653;p59"/>
          <p:cNvGrpSpPr/>
          <p:nvPr/>
        </p:nvGrpSpPr>
        <p:grpSpPr>
          <a:xfrm>
            <a:off x="427350" y="1434150"/>
            <a:ext cx="277873" cy="68400"/>
            <a:chOff x="520925" y="1460325"/>
            <a:chExt cx="277873" cy="68400"/>
          </a:xfrm>
        </p:grpSpPr>
        <p:sp>
          <p:nvSpPr>
            <p:cNvPr id="2654" name="Google Shape;2654;p59"/>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5" name="Google Shape;2655;p59"/>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6" name="Google Shape;2656;p59"/>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657" name="Google Shape;2657;p59"/>
          <p:cNvSpPr txBox="1"/>
          <p:nvPr>
            <p:ph type="title"/>
          </p:nvPr>
        </p:nvSpPr>
        <p:spPr>
          <a:xfrm>
            <a:off x="209775" y="468575"/>
            <a:ext cx="85236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Sbatch arguments</a:t>
            </a:r>
            <a:endParaRPr/>
          </a:p>
        </p:txBody>
      </p:sp>
      <p:sp>
        <p:nvSpPr>
          <p:cNvPr id="2658" name="Google Shape;2658;p59"/>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659" name="Google Shape;2659;p59"/>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660" name="Google Shape;2660;p59"/>
          <p:cNvSpPr txBox="1"/>
          <p:nvPr>
            <p:ph idx="4294967295" type="subTitle"/>
          </p:nvPr>
        </p:nvSpPr>
        <p:spPr>
          <a:xfrm>
            <a:off x="952500" y="1605150"/>
            <a:ext cx="7239000" cy="30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Lexend"/>
                <a:ea typeface="Lexend"/>
                <a:cs typeface="Lexend"/>
                <a:sym typeface="Lexend"/>
              </a:rPr>
              <a:t>Essential </a:t>
            </a:r>
            <a:r>
              <a:rPr lang="en" sz="900">
                <a:solidFill>
                  <a:srgbClr val="188038"/>
                </a:solidFill>
                <a:latin typeface="Roboto Mono"/>
                <a:ea typeface="Roboto Mono"/>
                <a:cs typeface="Roboto Mono"/>
                <a:sym typeface="Roboto Mono"/>
              </a:rPr>
              <a:t>#SBATCH</a:t>
            </a:r>
            <a:r>
              <a:rPr lang="en" sz="900">
                <a:latin typeface="Lexend"/>
                <a:ea typeface="Lexend"/>
                <a:cs typeface="Lexend"/>
                <a:sym typeface="Lexend"/>
              </a:rPr>
              <a:t> Directives</a:t>
            </a:r>
            <a:endParaRPr sz="9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#!/bin/bash</a:t>
            </a:r>
            <a:endParaRPr sz="900"/>
          </a:p>
          <a:p>
            <a:pPr indent="0" lvl="0" marL="0" rtl="0" algn="l">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#SBATCH --job-name=myjob           	  # Name of the job</a:t>
            </a:r>
            <a:endParaRPr sz="900"/>
          </a:p>
          <a:p>
            <a:pPr indent="0" lvl="0" marL="0" rtl="0" algn="l">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#SBATCH --output=slurm-%j.out      	  # Standard output (%j = job ID)</a:t>
            </a:r>
            <a:endParaRPr sz="900"/>
          </a:p>
          <a:p>
            <a:pPr indent="0" lvl="0" marL="0" rtl="0" algn="l">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#SBATCH --error=slurm-%j.err       	  # Standard error</a:t>
            </a:r>
            <a:endParaRPr sz="900"/>
          </a:p>
          <a:p>
            <a:pPr indent="0" lvl="0" marL="0" rtl="0" algn="l">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#SBATCH --time=02:00:00            	  # Wall time (hh:mm:ss)</a:t>
            </a:r>
            <a:endParaRPr sz="900"/>
          </a:p>
          <a:p>
            <a:pPr indent="0" lvl="0" marL="0" rtl="0" algn="l">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#SBATCH --mem=8G                   	  # Total memory (can use G or M)</a:t>
            </a:r>
            <a:endParaRPr sz="900"/>
          </a:p>
          <a:p>
            <a:pPr indent="0" lvl="0" marL="0" rtl="0" algn="l">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#SBATCH --ntasks–per-node=4               # Number of task per CPU</a:t>
            </a:r>
            <a:endParaRPr sz="900"/>
          </a:p>
          <a:p>
            <a:pPr indent="0" lvl="0" marL="0" rtl="0" algn="l">
              <a:spcBef>
                <a:spcPts val="0"/>
              </a:spcBef>
              <a:spcAft>
                <a:spcPts val="0"/>
              </a:spcAft>
              <a:buNone/>
            </a:pPr>
            <a:r>
              <a:rPr lang="en" sz="900">
                <a:solidFill>
                  <a:srgbClr val="188038"/>
                </a:solidFill>
                <a:latin typeface="Roboto Mono"/>
                <a:ea typeface="Roboto Mono"/>
                <a:cs typeface="Roboto Mono"/>
                <a:sym typeface="Roboto Mono"/>
              </a:rPr>
              <a:t>#SBATCH --nodes=1                         # Number of nodes (usually 1)</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latin typeface="Lexend"/>
                <a:ea typeface="Lexend"/>
                <a:cs typeface="Lexend"/>
                <a:sym typeface="Lexend"/>
              </a:rPr>
              <a:t>Optional / Helpful Directives</a:t>
            </a:r>
            <a:endParaRPr sz="900">
              <a:latin typeface="Lexend"/>
              <a:ea typeface="Lexend"/>
              <a:cs typeface="Lexend"/>
              <a:sym typeface="Lexend"/>
            </a:endParaRPr>
          </a:p>
          <a:p>
            <a:pPr indent="0" lvl="0" marL="0" rtl="0" algn="l">
              <a:spcBef>
                <a:spcPts val="0"/>
              </a:spcBef>
              <a:spcAft>
                <a:spcPts val="0"/>
              </a:spcAft>
              <a:buNone/>
            </a:pPr>
            <a:r>
              <a:rPr lang="en" sz="900">
                <a:solidFill>
                  <a:srgbClr val="188038"/>
                </a:solidFill>
                <a:latin typeface="Roboto Mono"/>
                <a:ea typeface="Roboto Mono"/>
                <a:cs typeface="Roboto Mono"/>
                <a:sym typeface="Roboto Mono"/>
              </a:rPr>
              <a:t>#SBATCH --mail-user=you@colorado.edu      # Your email</a:t>
            </a:r>
            <a:endParaRPr sz="900">
              <a:latin typeface="Lexend"/>
              <a:ea typeface="Lexend"/>
              <a:cs typeface="Lexend"/>
              <a:sym typeface="Lexend"/>
            </a:endParaRPr>
          </a:p>
          <a:p>
            <a:pPr indent="0" lvl="0" marL="0" rtl="0" algn="l">
              <a:spcBef>
                <a:spcPts val="0"/>
              </a:spcBef>
              <a:spcAft>
                <a:spcPts val="0"/>
              </a:spcAft>
              <a:buNone/>
            </a:pPr>
            <a:r>
              <a:rPr lang="en" sz="900">
                <a:solidFill>
                  <a:srgbClr val="188038"/>
                </a:solidFill>
                <a:latin typeface="Roboto Mono"/>
                <a:ea typeface="Roboto Mono"/>
                <a:cs typeface="Roboto Mono"/>
                <a:sym typeface="Roboto Mono"/>
              </a:rPr>
              <a:t>#SBATCH --mail-type=ALL                   # When to email (BEGIN, END, FAIL, etc.)</a:t>
            </a:r>
            <a:endParaRPr sz="900">
              <a:latin typeface="Lexend"/>
              <a:ea typeface="Lexend"/>
              <a:cs typeface="Lexend"/>
              <a:sym typeface="Lexend"/>
            </a:endParaRPr>
          </a:p>
          <a:p>
            <a:pPr indent="0" lvl="0" marL="0" rtl="0" algn="l">
              <a:spcBef>
                <a:spcPts val="0"/>
              </a:spcBef>
              <a:spcAft>
                <a:spcPts val="0"/>
              </a:spcAft>
              <a:buNone/>
            </a:pPr>
            <a:r>
              <a:rPr lang="en" sz="900">
                <a:solidFill>
                  <a:srgbClr val="188038"/>
                </a:solidFill>
                <a:latin typeface="Roboto Mono"/>
                <a:ea typeface="Roboto Mono"/>
                <a:cs typeface="Roboto Mono"/>
                <a:sym typeface="Roboto Mono"/>
              </a:rPr>
              <a:t>#SBATCH --partition=short                 # Choose partition (short, long, etc.)</a:t>
            </a:r>
            <a:endParaRPr sz="900">
              <a:latin typeface="Lexend"/>
              <a:ea typeface="Lexend"/>
              <a:cs typeface="Lexend"/>
              <a:sym typeface="Lexend"/>
            </a:endParaRPr>
          </a:p>
          <a:p>
            <a:pPr indent="0" lvl="0" marL="0" rtl="0" algn="l">
              <a:spcBef>
                <a:spcPts val="0"/>
              </a:spcBef>
              <a:spcAft>
                <a:spcPts val="0"/>
              </a:spcAft>
              <a:buNone/>
            </a:pPr>
            <a:r>
              <a:rPr lang="en" sz="900">
                <a:solidFill>
                  <a:srgbClr val="188038"/>
                </a:solidFill>
                <a:latin typeface="Roboto Mono"/>
                <a:ea typeface="Roboto Mono"/>
                <a:cs typeface="Roboto Mono"/>
                <a:sym typeface="Roboto Mono"/>
              </a:rPr>
              <a:t>#SBATCH --requeue                         # Allow job to be requeued if it fails</a:t>
            </a:r>
            <a:endParaRPr sz="900">
              <a:latin typeface="Lexend"/>
              <a:ea typeface="Lexend"/>
              <a:cs typeface="Lexend"/>
              <a:sym typeface="Lexend"/>
            </a:endParaRPr>
          </a:p>
          <a:p>
            <a:pPr indent="0" lvl="0" marL="0" rtl="0" algn="l">
              <a:spcBef>
                <a:spcPts val="0"/>
              </a:spcBef>
              <a:spcAft>
                <a:spcPts val="0"/>
              </a:spcAft>
              <a:buNone/>
            </a:pPr>
            <a:r>
              <a:rPr lang="en" sz="900">
                <a:solidFill>
                  <a:srgbClr val="188038"/>
                </a:solidFill>
                <a:latin typeface="Roboto Mono"/>
                <a:ea typeface="Roboto Mono"/>
                <a:cs typeface="Roboto Mono"/>
                <a:sym typeface="Roboto Mono"/>
              </a:rPr>
              <a:t>#SBATCH --ntasks=1                        # Total number of tasks (parallel jobs)</a:t>
            </a:r>
            <a:endParaRPr sz="900">
              <a:latin typeface="Lexend"/>
              <a:ea typeface="Lexend"/>
              <a:cs typeface="Lexend"/>
              <a:sym typeface="Lexend"/>
            </a:endParaRPr>
          </a:p>
          <a:p>
            <a:pPr indent="0" lvl="0" marL="0" rtl="0" algn="l">
              <a:spcBef>
                <a:spcPts val="0"/>
              </a:spcBef>
              <a:spcAft>
                <a:spcPts val="0"/>
              </a:spcAft>
              <a:buNone/>
            </a:pPr>
            <a:r>
              <a:rPr lang="en" sz="900">
                <a:solidFill>
                  <a:srgbClr val="188038"/>
                </a:solidFill>
                <a:latin typeface="Roboto Mono"/>
                <a:ea typeface="Roboto Mono"/>
                <a:cs typeface="Roboto Mono"/>
                <a:sym typeface="Roboto Mono"/>
              </a:rPr>
              <a:t>#SBATCH --gres=gpu:1                      # Request GPUs (e.g., for deep learning jobs)</a:t>
            </a:r>
            <a:endParaRPr sz="900">
              <a:latin typeface="Lexend"/>
              <a:ea typeface="Lexend"/>
              <a:cs typeface="Lexend"/>
              <a:sym typeface="Lexend"/>
            </a:endParaRPr>
          </a:p>
          <a:p>
            <a:pPr indent="0" lvl="0" marL="0" rtl="0" algn="l">
              <a:spcBef>
                <a:spcPts val="0"/>
              </a:spcBef>
              <a:spcAft>
                <a:spcPts val="0"/>
              </a:spcAft>
              <a:buNone/>
            </a:pPr>
            <a:r>
              <a:rPr lang="en" sz="900">
                <a:solidFill>
                  <a:srgbClr val="188038"/>
                </a:solidFill>
                <a:latin typeface="Roboto Mono"/>
                <a:ea typeface="Roboto Mono"/>
                <a:cs typeface="Roboto Mono"/>
                <a:sym typeface="Roboto Mono"/>
              </a:rPr>
              <a:t>#SBATCH --dependency=afterok:&lt;jobid&gt;      # Run after another job succeeds</a:t>
            </a:r>
            <a:endParaRPr sz="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4" name="Shape 2664"/>
        <p:cNvGrpSpPr/>
        <p:nvPr/>
      </p:nvGrpSpPr>
      <p:grpSpPr>
        <a:xfrm>
          <a:off x="0" y="0"/>
          <a:ext cx="0" cy="0"/>
          <a:chOff x="0" y="0"/>
          <a:chExt cx="0" cy="0"/>
        </a:xfrm>
      </p:grpSpPr>
      <p:grpSp>
        <p:nvGrpSpPr>
          <p:cNvPr id="2665" name="Google Shape;2665;p60"/>
          <p:cNvGrpSpPr/>
          <p:nvPr/>
        </p:nvGrpSpPr>
        <p:grpSpPr>
          <a:xfrm>
            <a:off x="3596984" y="462084"/>
            <a:ext cx="1750141" cy="1014987"/>
            <a:chOff x="3055725" y="715438"/>
            <a:chExt cx="3313407" cy="1014987"/>
          </a:xfrm>
        </p:grpSpPr>
        <p:grpSp>
          <p:nvGrpSpPr>
            <p:cNvPr id="2666" name="Google Shape;2666;p60"/>
            <p:cNvGrpSpPr/>
            <p:nvPr/>
          </p:nvGrpSpPr>
          <p:grpSpPr>
            <a:xfrm>
              <a:off x="3055725" y="715438"/>
              <a:ext cx="3103050" cy="786500"/>
              <a:chOff x="3007925" y="673613"/>
              <a:chExt cx="3103050" cy="786500"/>
            </a:xfrm>
          </p:grpSpPr>
          <p:sp>
            <p:nvSpPr>
              <p:cNvPr id="2667" name="Google Shape;2667;p60"/>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68" name="Google Shape;2668;p60"/>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9" name="Google Shape;2669;p60"/>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0" name="Google Shape;2670;p60"/>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1" name="Google Shape;2671;p60"/>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672" name="Google Shape;2672;p60"/>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673" name="Google Shape;2673;p60"/>
          <p:cNvSpPr txBox="1"/>
          <p:nvPr>
            <p:ph type="title"/>
          </p:nvPr>
        </p:nvSpPr>
        <p:spPr>
          <a:xfrm>
            <a:off x="209775" y="54477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Monitoring </a:t>
            </a:r>
            <a:r>
              <a:rPr lang="en">
                <a:solidFill>
                  <a:schemeClr val="lt1"/>
                </a:solidFill>
              </a:rPr>
              <a:t>Jobs</a:t>
            </a:r>
            <a:endParaRPr>
              <a:solidFill>
                <a:schemeClr val="lt1"/>
              </a:solidFill>
            </a:endParaRPr>
          </a:p>
        </p:txBody>
      </p:sp>
      <p:sp>
        <p:nvSpPr>
          <p:cNvPr id="2674" name="Google Shape;2674;p60"/>
          <p:cNvSpPr/>
          <p:nvPr/>
        </p:nvSpPr>
        <p:spPr>
          <a:xfrm>
            <a:off x="341525" y="2319600"/>
            <a:ext cx="4059600" cy="17079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675" name="Google Shape;2675;p60"/>
          <p:cNvGrpSpPr/>
          <p:nvPr/>
        </p:nvGrpSpPr>
        <p:grpSpPr>
          <a:xfrm>
            <a:off x="411700" y="2420932"/>
            <a:ext cx="277873" cy="68400"/>
            <a:chOff x="411700" y="2420932"/>
            <a:chExt cx="277873" cy="68400"/>
          </a:xfrm>
        </p:grpSpPr>
        <p:sp>
          <p:nvSpPr>
            <p:cNvPr id="2676" name="Google Shape;2676;p60"/>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7" name="Google Shape;2677;p60"/>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8" name="Google Shape;2678;p60"/>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679" name="Google Shape;2679;p60"/>
          <p:cNvSpPr/>
          <p:nvPr/>
        </p:nvSpPr>
        <p:spPr>
          <a:xfrm>
            <a:off x="341528" y="1539755"/>
            <a:ext cx="1953600" cy="630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Lexend"/>
                <a:ea typeface="Lexend"/>
                <a:cs typeface="Lexend"/>
                <a:sym typeface="Lexend"/>
              </a:rPr>
              <a:t>Slurm &amp; FIJI</a:t>
            </a:r>
            <a:endParaRPr sz="2000">
              <a:solidFill>
                <a:schemeClr val="dk1"/>
              </a:solidFill>
              <a:latin typeface="Lexend"/>
              <a:ea typeface="Lexend"/>
              <a:cs typeface="Lexend"/>
              <a:sym typeface="Lexend"/>
            </a:endParaRPr>
          </a:p>
        </p:txBody>
      </p:sp>
      <p:sp>
        <p:nvSpPr>
          <p:cNvPr id="2680" name="Google Shape;2680;p60"/>
          <p:cNvSpPr txBox="1"/>
          <p:nvPr>
            <p:ph idx="4" type="subTitle"/>
          </p:nvPr>
        </p:nvSpPr>
        <p:spPr>
          <a:xfrm>
            <a:off x="516425" y="2548200"/>
            <a:ext cx="3736200" cy="1539300"/>
          </a:xfrm>
          <a:prstGeom prst="rect">
            <a:avLst/>
          </a:prstGeom>
        </p:spPr>
        <p:txBody>
          <a:bodyPr anchorCtr="0" anchor="t" bIns="91425" lIns="91425" spcFirstLastPara="1" rIns="91425" wrap="square" tIns="91425">
            <a:spAutoFit/>
          </a:bodyPr>
          <a:lstStyle/>
          <a:p>
            <a:pPr indent="-285750" lvl="0" marL="457200" rtl="0" algn="l">
              <a:spcBef>
                <a:spcPts val="0"/>
              </a:spcBef>
              <a:spcAft>
                <a:spcPts val="0"/>
              </a:spcAft>
              <a:buSzPts val="900"/>
              <a:buFont typeface="Lexend SemiBold"/>
              <a:buChar char="●"/>
            </a:pPr>
            <a:r>
              <a:rPr lang="en" sz="1100">
                <a:latin typeface="Lexend Medium"/>
                <a:ea typeface="Lexend Medium"/>
                <a:cs typeface="Lexend Medium"/>
                <a:sym typeface="Lexend Medium"/>
              </a:rPr>
              <a:t>View running jobs:</a:t>
            </a:r>
            <a:endParaRPr sz="1100">
              <a:latin typeface="Lexend Medium"/>
              <a:ea typeface="Lexend Medium"/>
              <a:cs typeface="Lexend Medium"/>
              <a:sym typeface="Lexend Medium"/>
            </a:endParaRPr>
          </a:p>
          <a:p>
            <a:pPr indent="-298450" lvl="1" marL="914400" rtl="0" algn="l">
              <a:spcBef>
                <a:spcPts val="0"/>
              </a:spcBef>
              <a:spcAft>
                <a:spcPts val="0"/>
              </a:spcAft>
              <a:buSzPts val="1100"/>
              <a:buFont typeface="Lexend Medium"/>
              <a:buChar char="○"/>
            </a:pPr>
            <a:r>
              <a:rPr lang="en" sz="1100">
                <a:solidFill>
                  <a:srgbClr val="188038"/>
                </a:solidFill>
                <a:latin typeface="Roboto Mono"/>
                <a:ea typeface="Roboto Mono"/>
                <a:cs typeface="Roboto Mono"/>
                <a:sym typeface="Roboto Mono"/>
              </a:rPr>
              <a:t>squeue -u &lt;identikey&gt;</a:t>
            </a:r>
            <a:r>
              <a:rPr lang="en" sz="1100">
                <a:latin typeface="Lexend Medium"/>
                <a:ea typeface="Lexend Medium"/>
                <a:cs typeface="Lexend Medium"/>
                <a:sym typeface="Lexend Medium"/>
              </a:rPr>
              <a:t> or </a:t>
            </a:r>
            <a:r>
              <a:rPr lang="en" sz="1100">
                <a:solidFill>
                  <a:srgbClr val="188038"/>
                </a:solidFill>
                <a:latin typeface="Roboto Mono"/>
                <a:ea typeface="Roboto Mono"/>
                <a:cs typeface="Roboto Mono"/>
                <a:sym typeface="Roboto Mono"/>
              </a:rPr>
              <a:t>$USER</a:t>
            </a:r>
            <a:endParaRPr sz="1100">
              <a:solidFill>
                <a:srgbClr val="188038"/>
              </a:solidFill>
              <a:latin typeface="Roboto Mono"/>
              <a:ea typeface="Roboto Mono"/>
              <a:cs typeface="Roboto Mono"/>
              <a:sym typeface="Roboto Mono"/>
            </a:endParaRPr>
          </a:p>
          <a:p>
            <a:pPr indent="-298450" lvl="1" marL="914400" rtl="0" algn="l">
              <a:spcBef>
                <a:spcPts val="0"/>
              </a:spcBef>
              <a:spcAft>
                <a:spcPts val="0"/>
              </a:spcAft>
              <a:buClr>
                <a:srgbClr val="188038"/>
              </a:buClr>
              <a:buSzPts val="1100"/>
              <a:buFont typeface="Roboto Mono"/>
              <a:buChar char="○"/>
            </a:pPr>
            <a:r>
              <a:rPr lang="en" sz="1100">
                <a:solidFill>
                  <a:srgbClr val="188038"/>
                </a:solidFill>
                <a:latin typeface="Roboto Mono"/>
                <a:ea typeface="Roboto Mono"/>
                <a:cs typeface="Roboto Mono"/>
                <a:sym typeface="Roboto Mono"/>
              </a:rPr>
              <a:t>squeue </a:t>
            </a:r>
            <a:r>
              <a:rPr lang="en" sz="1100">
                <a:solidFill>
                  <a:srgbClr val="188038"/>
                </a:solidFill>
                <a:latin typeface="Roboto Mono"/>
                <a:ea typeface="Roboto Mono"/>
                <a:cs typeface="Roboto Mono"/>
                <a:sym typeface="Roboto Mono"/>
              </a:rPr>
              <a:t>--me</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SzPts val="1100"/>
              <a:buFont typeface="Lexend Medium"/>
              <a:buChar char="●"/>
            </a:pPr>
            <a:r>
              <a:rPr lang="en" sz="1100">
                <a:latin typeface="Lexend Medium"/>
                <a:ea typeface="Lexend Medium"/>
                <a:cs typeface="Lexend Medium"/>
                <a:sym typeface="Lexend Medium"/>
              </a:rPr>
              <a:t>View finished jobs:</a:t>
            </a:r>
            <a:endParaRPr sz="1100">
              <a:latin typeface="Lexend Medium"/>
              <a:ea typeface="Lexend Medium"/>
              <a:cs typeface="Lexend Medium"/>
              <a:sym typeface="Lexend Medium"/>
            </a:endParaRPr>
          </a:p>
          <a:p>
            <a:pPr indent="-298450" lvl="1" marL="914400" rtl="0" algn="l">
              <a:spcBef>
                <a:spcPts val="0"/>
              </a:spcBef>
              <a:spcAft>
                <a:spcPts val="0"/>
              </a:spcAft>
              <a:buSzPts val="1100"/>
              <a:buFont typeface="Lexend Medium"/>
              <a:buChar char="○"/>
            </a:pPr>
            <a:r>
              <a:rPr lang="en" sz="1100">
                <a:solidFill>
                  <a:srgbClr val="188038"/>
                </a:solidFill>
                <a:latin typeface="Roboto Mono"/>
                <a:ea typeface="Roboto Mono"/>
                <a:cs typeface="Roboto Mono"/>
                <a:sym typeface="Roboto Mono"/>
              </a:rPr>
              <a:t>sacct</a:t>
            </a:r>
            <a:endParaRPr sz="1100">
              <a:solidFill>
                <a:srgbClr val="188038"/>
              </a:solidFill>
              <a:latin typeface="Roboto Mono"/>
              <a:ea typeface="Roboto Mono"/>
              <a:cs typeface="Roboto Mono"/>
              <a:sym typeface="Roboto Mono"/>
            </a:endParaRPr>
          </a:p>
          <a:p>
            <a:pPr indent="-298450" lvl="1" marL="914400" rtl="0" algn="l">
              <a:spcBef>
                <a:spcPts val="0"/>
              </a:spcBef>
              <a:spcAft>
                <a:spcPts val="0"/>
              </a:spcAft>
              <a:buClr>
                <a:srgbClr val="188038"/>
              </a:buClr>
              <a:buSzPts val="1100"/>
              <a:buFont typeface="Roboto Mono"/>
              <a:buChar char="○"/>
            </a:pPr>
            <a:r>
              <a:rPr lang="en" sz="1100">
                <a:solidFill>
                  <a:srgbClr val="188038"/>
                </a:solidFill>
                <a:latin typeface="Roboto Mono"/>
                <a:ea typeface="Roboto Mono"/>
                <a:cs typeface="Roboto Mono"/>
                <a:sym typeface="Roboto Mono"/>
              </a:rPr>
              <a:t>Seff &lt;job_id&gt;</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SzPts val="1100"/>
              <a:buFont typeface="Lexend Medium"/>
              <a:buChar char="●"/>
            </a:pPr>
            <a:r>
              <a:rPr lang="en" sz="1100">
                <a:latin typeface="Lexend Medium"/>
                <a:ea typeface="Lexend Medium"/>
                <a:cs typeface="Lexend Medium"/>
                <a:sym typeface="Lexend Medium"/>
              </a:rPr>
              <a:t>Cancel jobs:</a:t>
            </a:r>
            <a:endParaRPr sz="1100">
              <a:latin typeface="Lexend Medium"/>
              <a:ea typeface="Lexend Medium"/>
              <a:cs typeface="Lexend Medium"/>
              <a:sym typeface="Lexend Medium"/>
            </a:endParaRPr>
          </a:p>
          <a:p>
            <a:pPr indent="-298450" lvl="1" marL="914400" rtl="0" algn="l">
              <a:spcBef>
                <a:spcPts val="0"/>
              </a:spcBef>
              <a:spcAft>
                <a:spcPts val="0"/>
              </a:spcAft>
              <a:buSzPts val="1100"/>
              <a:buFont typeface="Lexend Medium"/>
              <a:buChar char="○"/>
            </a:pPr>
            <a:r>
              <a:rPr lang="en" sz="1100">
                <a:solidFill>
                  <a:srgbClr val="188038"/>
                </a:solidFill>
                <a:latin typeface="Roboto Mono"/>
                <a:ea typeface="Roboto Mono"/>
                <a:cs typeface="Roboto Mono"/>
                <a:sym typeface="Roboto Mono"/>
              </a:rPr>
              <a:t>scancel &lt;job_id&gt;</a:t>
            </a:r>
            <a:endParaRPr sz="1100">
              <a:latin typeface="Lexend Medium"/>
              <a:ea typeface="Lexend Medium"/>
              <a:cs typeface="Lexend Medium"/>
              <a:sym typeface="Lexend Medium"/>
            </a:endParaRPr>
          </a:p>
        </p:txBody>
      </p:sp>
      <p:sp>
        <p:nvSpPr>
          <p:cNvPr id="2681" name="Google Shape;2681;p60"/>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682" name="Google Shape;2682;p60"/>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683" name="Google Shape;2683;p60"/>
          <p:cNvSpPr/>
          <p:nvPr/>
        </p:nvSpPr>
        <p:spPr>
          <a:xfrm>
            <a:off x="4572000" y="2319600"/>
            <a:ext cx="44619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684" name="Google Shape;2684;p60"/>
          <p:cNvGrpSpPr/>
          <p:nvPr/>
        </p:nvGrpSpPr>
        <p:grpSpPr>
          <a:xfrm>
            <a:off x="4777950" y="2446832"/>
            <a:ext cx="277873" cy="68400"/>
            <a:chOff x="5202525" y="2420932"/>
            <a:chExt cx="277873" cy="68400"/>
          </a:xfrm>
        </p:grpSpPr>
        <p:sp>
          <p:nvSpPr>
            <p:cNvPr id="2685" name="Google Shape;2685;p60"/>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6" name="Google Shape;2686;p60"/>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7" name="Google Shape;2687;p60"/>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688" name="Google Shape;2688;p60"/>
          <p:cNvPicPr preferRelativeResize="0"/>
          <p:nvPr/>
        </p:nvPicPr>
        <p:blipFill>
          <a:blip r:embed="rId3">
            <a:alphaModFix/>
          </a:blip>
          <a:stretch>
            <a:fillRect/>
          </a:stretch>
        </p:blipFill>
        <p:spPr>
          <a:xfrm>
            <a:off x="4873350" y="2659950"/>
            <a:ext cx="3859200" cy="1929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2" name="Shape 2692"/>
        <p:cNvGrpSpPr/>
        <p:nvPr/>
      </p:nvGrpSpPr>
      <p:grpSpPr>
        <a:xfrm>
          <a:off x="0" y="0"/>
          <a:ext cx="0" cy="0"/>
          <a:chOff x="0" y="0"/>
          <a:chExt cx="0" cy="0"/>
        </a:xfrm>
      </p:grpSpPr>
      <p:grpSp>
        <p:nvGrpSpPr>
          <p:cNvPr id="2693" name="Google Shape;2693;p61"/>
          <p:cNvGrpSpPr/>
          <p:nvPr/>
        </p:nvGrpSpPr>
        <p:grpSpPr>
          <a:xfrm>
            <a:off x="114282" y="1187691"/>
            <a:ext cx="1975784" cy="1014987"/>
            <a:chOff x="3055725" y="715438"/>
            <a:chExt cx="3313407" cy="1014987"/>
          </a:xfrm>
        </p:grpSpPr>
        <p:grpSp>
          <p:nvGrpSpPr>
            <p:cNvPr id="2694" name="Google Shape;2694;p61"/>
            <p:cNvGrpSpPr/>
            <p:nvPr/>
          </p:nvGrpSpPr>
          <p:grpSpPr>
            <a:xfrm>
              <a:off x="3055725" y="715438"/>
              <a:ext cx="3103050" cy="786500"/>
              <a:chOff x="3007925" y="673613"/>
              <a:chExt cx="3103050" cy="786500"/>
            </a:xfrm>
          </p:grpSpPr>
          <p:sp>
            <p:nvSpPr>
              <p:cNvPr id="2695" name="Google Shape;2695;p61"/>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96" name="Google Shape;2696;p61"/>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7" name="Google Shape;2697;p61"/>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8" name="Google Shape;2698;p61"/>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9" name="Google Shape;2699;p61"/>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700" name="Google Shape;2700;p61"/>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701" name="Google Shape;2701;p61"/>
          <p:cNvSpPr txBox="1"/>
          <p:nvPr>
            <p:ph type="title"/>
          </p:nvPr>
        </p:nvSpPr>
        <p:spPr>
          <a:xfrm>
            <a:off x="209775" y="544775"/>
            <a:ext cx="86787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Uploading and Downloading </a:t>
            </a:r>
            <a:r>
              <a:rPr lang="en">
                <a:solidFill>
                  <a:schemeClr val="lt1"/>
                </a:solidFill>
              </a:rPr>
              <a:t>Files</a:t>
            </a:r>
            <a:endParaRPr>
              <a:solidFill>
                <a:schemeClr val="lt1"/>
              </a:solidFill>
            </a:endParaRPr>
          </a:p>
        </p:txBody>
      </p:sp>
      <p:sp>
        <p:nvSpPr>
          <p:cNvPr id="2702" name="Google Shape;2702;p61"/>
          <p:cNvSpPr/>
          <p:nvPr/>
        </p:nvSpPr>
        <p:spPr>
          <a:xfrm>
            <a:off x="341525" y="2319600"/>
            <a:ext cx="8547000" cy="2275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703" name="Google Shape;2703;p61"/>
          <p:cNvGrpSpPr/>
          <p:nvPr/>
        </p:nvGrpSpPr>
        <p:grpSpPr>
          <a:xfrm>
            <a:off x="411700" y="2420932"/>
            <a:ext cx="277873" cy="68400"/>
            <a:chOff x="411700" y="2420932"/>
            <a:chExt cx="277873" cy="68400"/>
          </a:xfrm>
        </p:grpSpPr>
        <p:sp>
          <p:nvSpPr>
            <p:cNvPr id="2704" name="Google Shape;2704;p61"/>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5" name="Google Shape;2705;p61"/>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6" name="Google Shape;2706;p61"/>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07" name="Google Shape;2707;p61"/>
          <p:cNvSpPr txBox="1"/>
          <p:nvPr>
            <p:ph idx="4" type="subTitle"/>
          </p:nvPr>
        </p:nvSpPr>
        <p:spPr>
          <a:xfrm>
            <a:off x="668587" y="2548200"/>
            <a:ext cx="8016600" cy="2047200"/>
          </a:xfrm>
          <a:prstGeom prst="rect">
            <a:avLst/>
          </a:prstGeom>
        </p:spPr>
        <p:txBody>
          <a:bodyPr anchorCtr="0" anchor="t" bIns="91425" lIns="91425" spcFirstLastPara="1" rIns="91425" wrap="square" tIns="91425">
            <a:spAutoFit/>
          </a:bodyPr>
          <a:lstStyle/>
          <a:p>
            <a:pPr indent="-298450" lvl="0" marL="457200" rtl="0" algn="l">
              <a:spcBef>
                <a:spcPts val="0"/>
              </a:spcBef>
              <a:spcAft>
                <a:spcPts val="0"/>
              </a:spcAft>
              <a:buSzPts val="1100"/>
              <a:buFont typeface="Lexend Medium"/>
              <a:buChar char="●"/>
            </a:pPr>
            <a:r>
              <a:rPr lang="en" sz="1100">
                <a:latin typeface="Lexend Medium"/>
                <a:ea typeface="Lexend Medium"/>
                <a:cs typeface="Lexend Medium"/>
                <a:sym typeface="Lexend Medium"/>
              </a:rPr>
              <a:t>Option 1: </a:t>
            </a:r>
            <a:r>
              <a:rPr lang="en" sz="1100">
                <a:solidFill>
                  <a:srgbClr val="188038"/>
                </a:solidFill>
                <a:latin typeface="Roboto Mono"/>
                <a:ea typeface="Roboto Mono"/>
                <a:cs typeface="Roboto Mono"/>
                <a:sym typeface="Roboto Mono"/>
              </a:rPr>
              <a:t>scp</a:t>
            </a:r>
            <a:r>
              <a:rPr lang="en" sz="1100">
                <a:latin typeface="Lexend Medium"/>
                <a:ea typeface="Lexend Medium"/>
                <a:cs typeface="Lexend Medium"/>
                <a:sym typeface="Lexend Medium"/>
              </a:rPr>
              <a:t> (Secure Copy)</a:t>
            </a:r>
            <a:endParaRPr sz="1100">
              <a:latin typeface="Lexend Medium"/>
              <a:ea typeface="Lexend Medium"/>
              <a:cs typeface="Lexend Medium"/>
              <a:sym typeface="Lexend Medium"/>
            </a:endParaRPr>
          </a:p>
          <a:p>
            <a:pPr indent="-298450" lvl="0" marL="914400" rtl="0" algn="l">
              <a:spcBef>
                <a:spcPts val="0"/>
              </a:spcBef>
              <a:spcAft>
                <a:spcPts val="0"/>
              </a:spcAft>
              <a:buSzPts val="1100"/>
              <a:buFont typeface="Lexend Medium"/>
              <a:buChar char="-"/>
            </a:pPr>
            <a:r>
              <a:rPr lang="en" sz="1100">
                <a:latin typeface="Lexend Medium"/>
                <a:ea typeface="Lexend Medium"/>
                <a:cs typeface="Lexend Medium"/>
                <a:sym typeface="Lexend Medium"/>
              </a:rPr>
              <a:t>Download</a:t>
            </a:r>
            <a:endParaRPr sz="1100">
              <a:latin typeface="Lexend Medium"/>
              <a:ea typeface="Lexend Medium"/>
              <a:cs typeface="Lexend Medium"/>
              <a:sym typeface="Lexend Medium"/>
            </a:endParaRPr>
          </a:p>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scp &lt;identikey&gt;@fiji.colorado.edu:&lt;remote_filepath&gt; &lt;local_destination_path&gt;</a:t>
            </a:r>
            <a:endParaRPr sz="1100">
              <a:solidFill>
                <a:srgbClr val="188038"/>
              </a:solidFill>
              <a:latin typeface="Roboto Mono"/>
              <a:ea typeface="Roboto Mono"/>
              <a:cs typeface="Roboto Mono"/>
              <a:sym typeface="Roboto Mono"/>
            </a:endParaRPr>
          </a:p>
          <a:p>
            <a:pPr indent="-298450" lvl="0" marL="914400" rtl="0" algn="l">
              <a:spcBef>
                <a:spcPts val="0"/>
              </a:spcBef>
              <a:spcAft>
                <a:spcPts val="0"/>
              </a:spcAft>
              <a:buSzPts val="1100"/>
              <a:buFont typeface="Lexend Medium"/>
              <a:buChar char="-"/>
            </a:pPr>
            <a:r>
              <a:rPr lang="en" sz="1100">
                <a:latin typeface="Lexend Medium"/>
                <a:ea typeface="Lexend Medium"/>
                <a:cs typeface="Lexend Medium"/>
                <a:sym typeface="Lexend Medium"/>
              </a:rPr>
              <a:t>Upload</a:t>
            </a:r>
            <a:endParaRPr sz="1100">
              <a:latin typeface="Lexend Medium"/>
              <a:ea typeface="Lexend Medium"/>
              <a:cs typeface="Lexend Medium"/>
              <a:sym typeface="Lexend Medium"/>
            </a:endParaRPr>
          </a:p>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a:t>
            </a:r>
            <a:r>
              <a:rPr lang="en" sz="1100">
                <a:solidFill>
                  <a:srgbClr val="188038"/>
                </a:solidFill>
                <a:latin typeface="Roboto Mono"/>
                <a:ea typeface="Roboto Mono"/>
                <a:cs typeface="Roboto Mono"/>
                <a:sym typeface="Roboto Mono"/>
              </a:rPr>
              <a:t>cp &lt;local_destination_path&gt; &lt;identikey&gt;@fiji.colorado.edu:&lt;remote_filepath&gt;</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SzPts val="1100"/>
              <a:buFont typeface="Lexend Medium"/>
              <a:buChar char="●"/>
            </a:pPr>
            <a:r>
              <a:rPr lang="en" sz="1100">
                <a:latin typeface="Lexend Medium"/>
                <a:ea typeface="Lexend Medium"/>
                <a:cs typeface="Lexend Medium"/>
                <a:sym typeface="Lexend Medium"/>
              </a:rPr>
              <a:t>Option 2: </a:t>
            </a:r>
            <a:r>
              <a:rPr lang="en" sz="1100">
                <a:solidFill>
                  <a:srgbClr val="188038"/>
                </a:solidFill>
                <a:latin typeface="Roboto Mono"/>
                <a:ea typeface="Roboto Mono"/>
                <a:cs typeface="Roboto Mono"/>
                <a:sym typeface="Roboto Mono"/>
              </a:rPr>
              <a:t>rsync</a:t>
            </a:r>
            <a:r>
              <a:rPr lang="en" sz="1100">
                <a:latin typeface="Lexend Medium"/>
                <a:ea typeface="Lexend Medium"/>
                <a:cs typeface="Lexend Medium"/>
                <a:sym typeface="Lexend Medium"/>
              </a:rPr>
              <a:t> - Faster for large/repeated transfers</a:t>
            </a:r>
            <a:endParaRPr sz="1100">
              <a:latin typeface="Lexend Medium"/>
              <a:ea typeface="Lexend Medium"/>
              <a:cs typeface="Lexend Medium"/>
              <a:sym typeface="Lexend Medium"/>
            </a:endParaRPr>
          </a:p>
          <a:p>
            <a:pPr indent="-298450" lvl="0" marL="914400" rtl="0" algn="l">
              <a:spcBef>
                <a:spcPts val="0"/>
              </a:spcBef>
              <a:spcAft>
                <a:spcPts val="0"/>
              </a:spcAft>
              <a:buSzPts val="1100"/>
              <a:buFont typeface="Lexend Medium"/>
              <a:buChar char="-"/>
            </a:pPr>
            <a:r>
              <a:rPr lang="en" sz="1100">
                <a:latin typeface="Lexend Medium"/>
                <a:ea typeface="Lexend Medium"/>
                <a:cs typeface="Lexend Medium"/>
                <a:sym typeface="Lexend Medium"/>
              </a:rPr>
              <a:t>Download</a:t>
            </a:r>
            <a:endParaRPr sz="1100">
              <a:latin typeface="Lexend Medium"/>
              <a:ea typeface="Lexend Medium"/>
              <a:cs typeface="Lexend Medium"/>
              <a:sym typeface="Lexend Medium"/>
            </a:endParaRPr>
          </a:p>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rsync -avhP &lt;identikey&gt;@fiji.colorado.edu:&lt;remote_filepath&gt; &lt;local_destination_path&gt;</a:t>
            </a:r>
            <a:endParaRPr sz="1100">
              <a:solidFill>
                <a:srgbClr val="188038"/>
              </a:solidFill>
              <a:latin typeface="Roboto Mono"/>
              <a:ea typeface="Roboto Mono"/>
              <a:cs typeface="Roboto Mono"/>
              <a:sym typeface="Roboto Mono"/>
            </a:endParaRPr>
          </a:p>
          <a:p>
            <a:pPr indent="-298450" lvl="0" marL="914400" rtl="0" algn="l">
              <a:spcBef>
                <a:spcPts val="0"/>
              </a:spcBef>
              <a:spcAft>
                <a:spcPts val="0"/>
              </a:spcAft>
              <a:buSzPts val="1100"/>
              <a:buFont typeface="Lexend Medium"/>
              <a:buChar char="-"/>
            </a:pPr>
            <a:r>
              <a:rPr lang="en" sz="1100">
                <a:latin typeface="Lexend Medium"/>
                <a:ea typeface="Lexend Medium"/>
                <a:cs typeface="Lexend Medium"/>
                <a:sym typeface="Lexend Medium"/>
              </a:rPr>
              <a:t>Upload</a:t>
            </a:r>
            <a:endParaRPr sz="1100">
              <a:latin typeface="Lexend Medium"/>
              <a:ea typeface="Lexend Medium"/>
              <a:cs typeface="Lexend Medium"/>
              <a:sym typeface="Lexend Medium"/>
            </a:endParaRPr>
          </a:p>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rsync -avhP &lt;local_destination_path&gt; &lt;identikey&gt;@fiji.colorado.edu:&lt;remote_filepath&gt;</a:t>
            </a:r>
            <a:endParaRPr sz="1100">
              <a:latin typeface="Lexend Medium"/>
              <a:ea typeface="Lexend Medium"/>
              <a:cs typeface="Lexend Medium"/>
              <a:sym typeface="Lexend Medium"/>
            </a:endParaRPr>
          </a:p>
        </p:txBody>
      </p:sp>
      <p:sp>
        <p:nvSpPr>
          <p:cNvPr id="2708" name="Google Shape;2708;p61"/>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709" name="Google Shape;2709;p61"/>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3" name="Shape 2713"/>
        <p:cNvGrpSpPr/>
        <p:nvPr/>
      </p:nvGrpSpPr>
      <p:grpSpPr>
        <a:xfrm>
          <a:off x="0" y="0"/>
          <a:ext cx="0" cy="0"/>
          <a:chOff x="0" y="0"/>
          <a:chExt cx="0" cy="0"/>
        </a:xfrm>
      </p:grpSpPr>
      <p:sp>
        <p:nvSpPr>
          <p:cNvPr id="2714" name="Google Shape;2714;p62"/>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0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5" name="Google Shape;2715;p62"/>
          <p:cNvSpPr/>
          <p:nvPr/>
        </p:nvSpPr>
        <p:spPr>
          <a:xfrm>
            <a:off x="3545250" y="1794150"/>
            <a:ext cx="2248500" cy="2330700"/>
          </a:xfrm>
          <a:prstGeom prst="roundRect">
            <a:avLst>
              <a:gd fmla="val 472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6" name="Google Shape;2716;p62"/>
          <p:cNvSpPr/>
          <p:nvPr/>
        </p:nvSpPr>
        <p:spPr>
          <a:xfrm>
            <a:off x="6130100" y="1794150"/>
            <a:ext cx="2248500" cy="2330700"/>
          </a:xfrm>
          <a:prstGeom prst="roundRect">
            <a:avLst>
              <a:gd fmla="val 4721"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7" name="Google Shape;2717;p62"/>
          <p:cNvSpPr/>
          <p:nvPr/>
        </p:nvSpPr>
        <p:spPr>
          <a:xfrm>
            <a:off x="960400" y="1794150"/>
            <a:ext cx="2248500" cy="2330700"/>
          </a:xfrm>
          <a:prstGeom prst="roundRect">
            <a:avLst>
              <a:gd fmla="val 4721"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718" name="Google Shape;2718;p62"/>
          <p:cNvGrpSpPr/>
          <p:nvPr/>
        </p:nvGrpSpPr>
        <p:grpSpPr>
          <a:xfrm>
            <a:off x="427350" y="1434150"/>
            <a:ext cx="277873" cy="68400"/>
            <a:chOff x="520925" y="1460325"/>
            <a:chExt cx="277873" cy="68400"/>
          </a:xfrm>
        </p:grpSpPr>
        <p:sp>
          <p:nvSpPr>
            <p:cNvPr id="2719" name="Google Shape;2719;p62"/>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0" name="Google Shape;2720;p62"/>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1" name="Google Shape;2721;p62"/>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22" name="Google Shape;2722;p62"/>
          <p:cNvSpPr txBox="1"/>
          <p:nvPr>
            <p:ph type="title"/>
          </p:nvPr>
        </p:nvSpPr>
        <p:spPr>
          <a:xfrm>
            <a:off x="209775" y="468575"/>
            <a:ext cx="88962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Slurm workshop time</a:t>
            </a:r>
            <a:endParaRPr/>
          </a:p>
        </p:txBody>
      </p:sp>
      <p:sp>
        <p:nvSpPr>
          <p:cNvPr id="2723" name="Google Shape;2723;p62"/>
          <p:cNvSpPr txBox="1"/>
          <p:nvPr/>
        </p:nvSpPr>
        <p:spPr>
          <a:xfrm>
            <a:off x="9605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Beginner</a:t>
            </a:r>
            <a:endParaRPr sz="1800">
              <a:solidFill>
                <a:schemeClr val="dk1"/>
              </a:solidFill>
              <a:latin typeface="Lexend Medium"/>
              <a:ea typeface="Lexend Medium"/>
              <a:cs typeface="Lexend Medium"/>
              <a:sym typeface="Lexend Medium"/>
            </a:endParaRPr>
          </a:p>
        </p:txBody>
      </p:sp>
      <p:sp>
        <p:nvSpPr>
          <p:cNvPr id="2724" name="Google Shape;2724;p62"/>
          <p:cNvSpPr txBox="1"/>
          <p:nvPr/>
        </p:nvSpPr>
        <p:spPr>
          <a:xfrm>
            <a:off x="35452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Intermediate</a:t>
            </a:r>
            <a:endParaRPr sz="1800">
              <a:solidFill>
                <a:schemeClr val="dk1"/>
              </a:solidFill>
              <a:latin typeface="Lexend Medium"/>
              <a:ea typeface="Lexend Medium"/>
              <a:cs typeface="Lexend Medium"/>
              <a:sym typeface="Lexend Medium"/>
            </a:endParaRPr>
          </a:p>
        </p:txBody>
      </p:sp>
      <p:sp>
        <p:nvSpPr>
          <p:cNvPr id="2725" name="Google Shape;2725;p62"/>
          <p:cNvSpPr txBox="1"/>
          <p:nvPr/>
        </p:nvSpPr>
        <p:spPr>
          <a:xfrm>
            <a:off x="6129950" y="3541625"/>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Advanced</a:t>
            </a:r>
            <a:endParaRPr sz="1800">
              <a:solidFill>
                <a:schemeClr val="dk1"/>
              </a:solidFill>
              <a:latin typeface="Lexend Medium"/>
              <a:ea typeface="Lexend Medium"/>
              <a:cs typeface="Lexend Medium"/>
              <a:sym typeface="Lexend Medium"/>
            </a:endParaRPr>
          </a:p>
        </p:txBody>
      </p:sp>
      <p:grpSp>
        <p:nvGrpSpPr>
          <p:cNvPr id="2726" name="Google Shape;2726;p62"/>
          <p:cNvGrpSpPr/>
          <p:nvPr/>
        </p:nvGrpSpPr>
        <p:grpSpPr>
          <a:xfrm>
            <a:off x="4196048" y="2356444"/>
            <a:ext cx="946911" cy="966699"/>
            <a:chOff x="1438774" y="3590059"/>
            <a:chExt cx="946911" cy="966699"/>
          </a:xfrm>
        </p:grpSpPr>
        <p:grpSp>
          <p:nvGrpSpPr>
            <p:cNvPr id="2727" name="Google Shape;2727;p62"/>
            <p:cNvGrpSpPr/>
            <p:nvPr/>
          </p:nvGrpSpPr>
          <p:grpSpPr>
            <a:xfrm>
              <a:off x="1438774" y="3590059"/>
              <a:ext cx="946911" cy="966699"/>
              <a:chOff x="3707828" y="340487"/>
              <a:chExt cx="1276160" cy="1302829"/>
            </a:xfrm>
          </p:grpSpPr>
          <p:grpSp>
            <p:nvGrpSpPr>
              <p:cNvPr id="2728" name="Google Shape;2728;p62"/>
              <p:cNvGrpSpPr/>
              <p:nvPr/>
            </p:nvGrpSpPr>
            <p:grpSpPr>
              <a:xfrm>
                <a:off x="3707828" y="340487"/>
                <a:ext cx="1276160" cy="1302829"/>
                <a:chOff x="3707828" y="340487"/>
                <a:chExt cx="1276160" cy="1302829"/>
              </a:xfrm>
            </p:grpSpPr>
            <p:sp>
              <p:nvSpPr>
                <p:cNvPr id="2729" name="Google Shape;2729;p62"/>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0" name="Google Shape;2730;p62"/>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1" name="Google Shape;2731;p62"/>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2" name="Google Shape;2732;p62"/>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3" name="Google Shape;2733;p62"/>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4" name="Google Shape;2734;p62"/>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5" name="Google Shape;2735;p62"/>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6" name="Google Shape;2736;p62"/>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7" name="Google Shape;2737;p62"/>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8" name="Google Shape;2738;p62"/>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9" name="Google Shape;2739;p62"/>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0" name="Google Shape;2740;p62"/>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1" name="Google Shape;2741;p62"/>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2" name="Google Shape;2742;p62"/>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3" name="Google Shape;2743;p62"/>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4" name="Google Shape;2744;p62"/>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745" name="Google Shape;2745;p62"/>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746" name="Google Shape;2746;p62"/>
            <p:cNvGrpSpPr/>
            <p:nvPr/>
          </p:nvGrpSpPr>
          <p:grpSpPr>
            <a:xfrm>
              <a:off x="1712541" y="3729479"/>
              <a:ext cx="497389" cy="685349"/>
              <a:chOff x="1712541" y="3729479"/>
              <a:chExt cx="497389" cy="685349"/>
            </a:xfrm>
          </p:grpSpPr>
          <p:sp>
            <p:nvSpPr>
              <p:cNvPr id="2747" name="Google Shape;2747;p62"/>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8" name="Google Shape;2748;p62"/>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9" name="Google Shape;2749;p62"/>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0" name="Google Shape;2750;p62"/>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grpSp>
        <p:nvGrpSpPr>
          <p:cNvPr id="2751" name="Google Shape;2751;p62"/>
          <p:cNvGrpSpPr/>
          <p:nvPr/>
        </p:nvGrpSpPr>
        <p:grpSpPr>
          <a:xfrm>
            <a:off x="1611347" y="2356444"/>
            <a:ext cx="946911" cy="966699"/>
            <a:chOff x="151447" y="3590017"/>
            <a:chExt cx="946911" cy="966699"/>
          </a:xfrm>
        </p:grpSpPr>
        <p:grpSp>
          <p:nvGrpSpPr>
            <p:cNvPr id="2752" name="Google Shape;2752;p62"/>
            <p:cNvGrpSpPr/>
            <p:nvPr/>
          </p:nvGrpSpPr>
          <p:grpSpPr>
            <a:xfrm>
              <a:off x="151447" y="3590017"/>
              <a:ext cx="946911" cy="966699"/>
              <a:chOff x="373316" y="340487"/>
              <a:chExt cx="1276160" cy="1302829"/>
            </a:xfrm>
          </p:grpSpPr>
          <p:sp>
            <p:nvSpPr>
              <p:cNvPr id="2753" name="Google Shape;2753;p62"/>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dk2"/>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4" name="Google Shape;2754;p62"/>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5" name="Google Shape;2755;p62"/>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6" name="Google Shape;2756;p62"/>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7" name="Google Shape;2757;p62"/>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8" name="Google Shape;2758;p62"/>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9" name="Google Shape;2759;p62"/>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0" name="Google Shape;2760;p62"/>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1" name="Google Shape;2761;p62"/>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2" name="Google Shape;2762;p62"/>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3" name="Google Shape;2763;p62"/>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4" name="Google Shape;2764;p62"/>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5" name="Google Shape;2765;p62"/>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6" name="Google Shape;2766;p62"/>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7" name="Google Shape;2767;p62"/>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8" name="Google Shape;2768;p62"/>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769" name="Google Shape;2769;p62"/>
            <p:cNvGrpSpPr/>
            <p:nvPr/>
          </p:nvGrpSpPr>
          <p:grpSpPr>
            <a:xfrm>
              <a:off x="288463" y="3729601"/>
              <a:ext cx="685212" cy="687570"/>
              <a:chOff x="288463" y="3729601"/>
              <a:chExt cx="685212" cy="687570"/>
            </a:xfrm>
          </p:grpSpPr>
          <p:sp>
            <p:nvSpPr>
              <p:cNvPr id="2770" name="Google Shape;2770;p62"/>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1" name="Google Shape;2771;p62"/>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2" name="Google Shape;2772;p62"/>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grpSp>
        <p:nvGrpSpPr>
          <p:cNvPr id="2773" name="Google Shape;2773;p62"/>
          <p:cNvGrpSpPr/>
          <p:nvPr/>
        </p:nvGrpSpPr>
        <p:grpSpPr>
          <a:xfrm>
            <a:off x="6780898" y="2356444"/>
            <a:ext cx="946911" cy="966699"/>
            <a:chOff x="2725798" y="3590032"/>
            <a:chExt cx="946911" cy="966699"/>
          </a:xfrm>
        </p:grpSpPr>
        <p:grpSp>
          <p:nvGrpSpPr>
            <p:cNvPr id="2774" name="Google Shape;2774;p62"/>
            <p:cNvGrpSpPr/>
            <p:nvPr/>
          </p:nvGrpSpPr>
          <p:grpSpPr>
            <a:xfrm>
              <a:off x="2725798" y="3590032"/>
              <a:ext cx="946911" cy="966699"/>
              <a:chOff x="2040572" y="340487"/>
              <a:chExt cx="1276160" cy="1302829"/>
            </a:xfrm>
          </p:grpSpPr>
          <p:grpSp>
            <p:nvGrpSpPr>
              <p:cNvPr id="2775" name="Google Shape;2775;p62"/>
              <p:cNvGrpSpPr/>
              <p:nvPr/>
            </p:nvGrpSpPr>
            <p:grpSpPr>
              <a:xfrm>
                <a:off x="2040572" y="340487"/>
                <a:ext cx="1276160" cy="1302829"/>
                <a:chOff x="2040572" y="340487"/>
                <a:chExt cx="1276160" cy="1302829"/>
              </a:xfrm>
            </p:grpSpPr>
            <p:sp>
              <p:nvSpPr>
                <p:cNvPr id="2776" name="Google Shape;2776;p62"/>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7" name="Google Shape;2777;p62"/>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8" name="Google Shape;2778;p62"/>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9" name="Google Shape;2779;p62"/>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0" name="Google Shape;2780;p62"/>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1" name="Google Shape;2781;p62"/>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2" name="Google Shape;2782;p62"/>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3" name="Google Shape;2783;p62"/>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4" name="Google Shape;2784;p62"/>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5" name="Google Shape;2785;p62"/>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6" name="Google Shape;2786;p62"/>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7" name="Google Shape;2787;p62"/>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8" name="Google Shape;2788;p62"/>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9" name="Google Shape;2789;p62"/>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90" name="Google Shape;2790;p62"/>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91" name="Google Shape;2791;p62"/>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792" name="Google Shape;2792;p62"/>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793" name="Google Shape;2793;p62"/>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794" name="Google Shape;2794;p62"/>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2026/08/13</a:t>
            </a:r>
            <a:endParaRPr/>
          </a:p>
        </p:txBody>
      </p:sp>
      <p:sp>
        <p:nvSpPr>
          <p:cNvPr id="2795" name="Google Shape;2795;p62"/>
          <p:cNvSpPr txBox="1"/>
          <p:nvPr>
            <p:ph idx="2"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George &amp; Nick </a:t>
            </a:r>
            <a:endParaRPr/>
          </a:p>
        </p:txBody>
      </p:sp>
      <p:sp>
        <p:nvSpPr>
          <p:cNvPr id="2796" name="Google Shape;2796;p62"/>
          <p:cNvSpPr txBox="1"/>
          <p:nvPr/>
        </p:nvSpPr>
        <p:spPr>
          <a:xfrm>
            <a:off x="960400" y="4279100"/>
            <a:ext cx="748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Lexend Medium"/>
                <a:ea typeface="Lexend Medium"/>
                <a:cs typeface="Lexend Medium"/>
                <a:sym typeface="Lexend Medium"/>
              </a:rPr>
              <a:t>Workshop Materials: </a:t>
            </a:r>
            <a:r>
              <a:rPr lang="en" sz="1800" u="sng">
                <a:solidFill>
                  <a:schemeClr val="hlink"/>
                </a:solidFill>
                <a:latin typeface="Lexend Medium"/>
                <a:ea typeface="Lexend Medium"/>
                <a:cs typeface="Lexend Medium"/>
                <a:sym typeface="Lexend Medium"/>
                <a:hlinkClick r:id="rId3"/>
              </a:rPr>
              <a:t>Link</a:t>
            </a:r>
            <a:endParaRPr sz="1800">
              <a:solidFill>
                <a:schemeClr val="dk1"/>
              </a:solidFill>
              <a:latin typeface="Lexend Medium"/>
              <a:ea typeface="Lexend Medium"/>
              <a:cs typeface="Lexend Medium"/>
              <a:sym typeface="Lexend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t To Know Me">
  <a:themeElements>
    <a:clrScheme name="Simple Light">
      <a:dk1>
        <a:srgbClr val="000000"/>
      </a:dk1>
      <a:lt1>
        <a:srgbClr val="4F4F4F"/>
      </a:lt1>
      <a:dk2>
        <a:srgbClr val="E7E7E7"/>
      </a:dk2>
      <a:lt2>
        <a:srgbClr val="FFFFFF"/>
      </a:lt2>
      <a:accent1>
        <a:srgbClr val="F4F2F2"/>
      </a:accent1>
      <a:accent2>
        <a:srgbClr val="119BFE"/>
      </a:accent2>
      <a:accent3>
        <a:srgbClr val="FF6B4D"/>
      </a:accent3>
      <a:accent4>
        <a:srgbClr val="28C840"/>
      </a:accent4>
      <a:accent5>
        <a:srgbClr val="FFC600"/>
      </a:accent5>
      <a:accent6>
        <a:srgbClr val="CCCCCC"/>
      </a:accent6>
      <a:hlink>
        <a:srgbClr val="E2AFD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